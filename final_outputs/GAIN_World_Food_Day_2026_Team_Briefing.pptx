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3" r:id="rId4"/>
  </p:sldMasterIdLst>
  <p:notesMasterIdLst>
    <p:notesMasterId r:id="rId28"/>
  </p:notesMasterIdLst>
  <p:handoutMasterIdLst>
    <p:handoutMasterId r:id="rId29"/>
  </p:handoutMasterIdLst>
  <p:sldIdLst>
    <p:sldId id="314" r:id="rId6"/>
    <p:sldId id="315" r:id="rId9"/>
    <p:sldId id="257" r:id="rId8"/>
    <p:sldId id="323" r:id="rId36"/>
    <p:sldId id="322" r:id="rId35"/>
    <p:sldId id="308" r:id="rId24"/>
    <p:sldId id="324" r:id="rId37"/>
    <p:sldId id="326" r:id="rId39"/>
    <p:sldId id="304" r:id="rId22"/>
    <p:sldId id="328" r:id="rId41"/>
    <p:sldId id="327" r:id="rId40"/>
    <p:sldId id="268" r:id="rId15"/>
    <p:sldId id="329" r:id="rId42"/>
    <p:sldId id="325" r:id="rId38"/>
    <p:sldId id="312" r:id="rId27"/>
  </p:sldIdLst>
  <p:sldSz cx="12192000" cy="6858000"/>
  <p:notesSz cx="6797675" cy="9872663"/>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404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rick Brunet" initials="PB" lastIdx="1" clrIdx="0">
    <p:extLst>
      <p:ext uri="{19B8F6BF-5375-455C-9EA6-DF929625EA0E}">
        <p15:presenceInfo xmlns:p15="http://schemas.microsoft.com/office/powerpoint/2012/main" userId="S::Patrick.Brunet@fmtsa.ch::9fc565e4-7fce-42b9-97d2-48f569eb5a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EAA"/>
    <a:srgbClr val="005541"/>
    <a:srgbClr val="0037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6" autoAdjust="0"/>
    <p:restoredTop sz="96327" autoAdjust="0"/>
  </p:normalViewPr>
  <p:slideViewPr>
    <p:cSldViewPr snapToGrid="0" snapToObjects="1" showGuides="1">
      <p:cViewPr varScale="1">
        <p:scale>
          <a:sx n="127" d="100"/>
          <a:sy n="127" d="100"/>
        </p:scale>
        <p:origin x="592" y="192"/>
      </p:cViewPr>
      <p:guideLst>
        <p:guide orient="horz" pos="2160"/>
        <p:guide pos="3840"/>
        <p:guide orient="horz" pos="4042"/>
      </p:guideLst>
    </p:cSldViewPr>
  </p:slideViewPr>
  <p:outlineViewPr>
    <p:cViewPr>
      <p:scale>
        <a:sx n="33" d="100"/>
        <a:sy n="33" d="100"/>
      </p:scale>
      <p:origin x="0" y="-288"/>
    </p:cViewPr>
  </p:outlineViewPr>
  <p:notesTextViewPr>
    <p:cViewPr>
      <p:scale>
        <a:sx n="3" d="2"/>
        <a:sy n="3" d="2"/>
      </p:scale>
      <p:origin x="0" y="0"/>
    </p:cViewPr>
  </p:notesTextViewPr>
  <p:sorterViewPr>
    <p:cViewPr varScale="1">
      <p:scale>
        <a:sx n="1" d="1"/>
        <a:sy n="1" d="1"/>
      </p:scale>
      <p:origin x="0" y="-2274"/>
    </p:cViewPr>
  </p:sorterViewPr>
  <p:notesViewPr>
    <p:cSldViewPr snapToGrid="0" snapToObjects="1">
      <p:cViewPr varScale="1">
        <p:scale>
          <a:sx n="89" d="100"/>
          <a:sy n="89" d="100"/>
        </p:scale>
        <p:origin x="4144"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2.xml"/><Relationship Id="rId15" Type="http://schemas.openxmlformats.org/officeDocument/2006/relationships/slide" Target="slides/slide12.xml"/><Relationship Id="rId22" Type="http://schemas.openxmlformats.org/officeDocument/2006/relationships/slide" Target="slides/slide9.xml"/><Relationship Id="rId24" Type="http://schemas.openxmlformats.org/officeDocument/2006/relationships/slide" Target="slides/slide6.xml"/><Relationship Id="rId27" Type="http://schemas.openxmlformats.org/officeDocument/2006/relationships/slide" Target="slides/slide15.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commentAuthors" Target="commentAuthors.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5.xml"/><Relationship Id="rId36" Type="http://schemas.openxmlformats.org/officeDocument/2006/relationships/slide" Target="slides/slide4.xml"/><Relationship Id="rId37" Type="http://schemas.openxmlformats.org/officeDocument/2006/relationships/slide" Target="slides/slide7.xml"/><Relationship Id="rId38" Type="http://schemas.openxmlformats.org/officeDocument/2006/relationships/slide" Target="slides/slide14.xml"/><Relationship Id="rId39" Type="http://schemas.openxmlformats.org/officeDocument/2006/relationships/slide" Target="slides/slide8.xml"/><Relationship Id="rId40" Type="http://schemas.openxmlformats.org/officeDocument/2006/relationships/slide" Target="slides/slide11.xml"/><Relationship Id="rId41" Type="http://schemas.openxmlformats.org/officeDocument/2006/relationships/slide" Target="slides/slide10.xml"/><Relationship Id="rId42"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D54620-49D6-4A70-8242-2608834481EA}"/>
              </a:ext>
            </a:extLst>
          </p:cNvPr>
          <p:cNvSpPr>
            <a:spLocks noGrp="1"/>
          </p:cNvSpPr>
          <p:nvPr>
            <p:ph type="hdr" sz="quarter"/>
          </p:nvPr>
        </p:nvSpPr>
        <p:spPr>
          <a:xfrm>
            <a:off x="0" y="0"/>
            <a:ext cx="2946247" cy="495619"/>
          </a:xfrm>
          <a:prstGeom prst="rect">
            <a:avLst/>
          </a:prstGeom>
        </p:spPr>
        <p:txBody>
          <a:bodyPr vert="horz" lIns="91815" tIns="45907" rIns="91815" bIns="45907" rtlCol="0"/>
          <a:lstStyle>
            <a:lvl1pPr algn="l">
              <a:defRPr sz="1200"/>
            </a:lvl1pPr>
          </a:lstStyle>
          <a:p>
            <a:endParaRPr lang="en-GB" dirty="0"/>
          </a:p>
        </p:txBody>
      </p:sp>
      <p:sp>
        <p:nvSpPr>
          <p:cNvPr id="3" name="Date Placeholder 2">
            <a:extLst>
              <a:ext uri="{FF2B5EF4-FFF2-40B4-BE49-F238E27FC236}">
                <a16:creationId xmlns:a16="http://schemas.microsoft.com/office/drawing/2014/main" id="{3669B964-F971-4966-AC0F-13986F9DB6A1}"/>
              </a:ext>
            </a:extLst>
          </p:cNvPr>
          <p:cNvSpPr>
            <a:spLocks noGrp="1"/>
          </p:cNvSpPr>
          <p:nvPr>
            <p:ph type="dt" sz="quarter" idx="1"/>
          </p:nvPr>
        </p:nvSpPr>
        <p:spPr>
          <a:xfrm>
            <a:off x="3849826" y="0"/>
            <a:ext cx="2946246" cy="495619"/>
          </a:xfrm>
          <a:prstGeom prst="rect">
            <a:avLst/>
          </a:prstGeom>
        </p:spPr>
        <p:txBody>
          <a:bodyPr vert="horz" lIns="91815" tIns="45907" rIns="91815" bIns="45907" rtlCol="0"/>
          <a:lstStyle>
            <a:lvl1pPr algn="r">
              <a:defRPr sz="1200"/>
            </a:lvl1pPr>
          </a:lstStyle>
          <a:p>
            <a:fld id="{942D0B21-F38F-474F-9270-20A98439DE9D}" type="datetimeFigureOut">
              <a:rPr lang="en-GB" smtClean="0"/>
              <a:t>14/07/2026</a:t>
            </a:fld>
            <a:endParaRPr lang="en-GB" dirty="0"/>
          </a:p>
        </p:txBody>
      </p:sp>
      <p:sp>
        <p:nvSpPr>
          <p:cNvPr id="4" name="Footer Placeholder 3">
            <a:extLst>
              <a:ext uri="{FF2B5EF4-FFF2-40B4-BE49-F238E27FC236}">
                <a16:creationId xmlns:a16="http://schemas.microsoft.com/office/drawing/2014/main" id="{D34363F5-68FF-44C6-A51A-58E7555B820B}"/>
              </a:ext>
            </a:extLst>
          </p:cNvPr>
          <p:cNvSpPr>
            <a:spLocks noGrp="1"/>
          </p:cNvSpPr>
          <p:nvPr>
            <p:ph type="ftr" sz="quarter" idx="2"/>
          </p:nvPr>
        </p:nvSpPr>
        <p:spPr>
          <a:xfrm>
            <a:off x="0" y="9377044"/>
            <a:ext cx="2946247" cy="495619"/>
          </a:xfrm>
          <a:prstGeom prst="rect">
            <a:avLst/>
          </a:prstGeom>
        </p:spPr>
        <p:txBody>
          <a:bodyPr vert="horz" lIns="91815" tIns="45907" rIns="91815" bIns="45907"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3F5ECA0F-7411-47F2-8EB6-A59C764DC634}"/>
              </a:ext>
            </a:extLst>
          </p:cNvPr>
          <p:cNvSpPr>
            <a:spLocks noGrp="1"/>
          </p:cNvSpPr>
          <p:nvPr>
            <p:ph type="sldNum" sz="quarter" idx="3"/>
          </p:nvPr>
        </p:nvSpPr>
        <p:spPr>
          <a:xfrm>
            <a:off x="3849826" y="9377044"/>
            <a:ext cx="2946246" cy="495619"/>
          </a:xfrm>
          <a:prstGeom prst="rect">
            <a:avLst/>
          </a:prstGeom>
        </p:spPr>
        <p:txBody>
          <a:bodyPr vert="horz" lIns="91815" tIns="45907" rIns="91815" bIns="45907" rtlCol="0" anchor="b"/>
          <a:lstStyle>
            <a:lvl1pPr algn="r">
              <a:defRPr sz="1200"/>
            </a:lvl1pPr>
          </a:lstStyle>
          <a:p>
            <a:fld id="{1349338B-B616-4D6F-A153-599C2E8FC099}" type="slidenum">
              <a:rPr lang="en-GB" smtClean="0"/>
              <a:t>‹#›</a:t>
            </a:fld>
            <a:endParaRPr lang="en-GB" dirty="0"/>
          </a:p>
        </p:txBody>
      </p:sp>
    </p:spTree>
    <p:extLst>
      <p:ext uri="{BB962C8B-B14F-4D97-AF65-F5344CB8AC3E}">
        <p14:creationId xmlns:p14="http://schemas.microsoft.com/office/powerpoint/2010/main" val="15340766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45660" cy="495348"/>
          </a:xfrm>
          <a:prstGeom prst="rect">
            <a:avLst/>
          </a:prstGeom>
        </p:spPr>
        <p:txBody>
          <a:bodyPr vert="horz" lIns="91815" tIns="45907" rIns="91815" bIns="45907" rtlCol="0"/>
          <a:lstStyle>
            <a:lvl1pPr algn="l">
              <a:defRPr sz="1200"/>
            </a:lvl1pPr>
          </a:lstStyle>
          <a:p>
            <a:endParaRPr lang="en-GB" dirty="0"/>
          </a:p>
        </p:txBody>
      </p:sp>
      <p:sp>
        <p:nvSpPr>
          <p:cNvPr id="3" name="Plassholder for dato 2"/>
          <p:cNvSpPr>
            <a:spLocks noGrp="1"/>
          </p:cNvSpPr>
          <p:nvPr>
            <p:ph type="dt" idx="1"/>
          </p:nvPr>
        </p:nvSpPr>
        <p:spPr>
          <a:xfrm>
            <a:off x="3850442" y="0"/>
            <a:ext cx="2945660" cy="495348"/>
          </a:xfrm>
          <a:prstGeom prst="rect">
            <a:avLst/>
          </a:prstGeom>
        </p:spPr>
        <p:txBody>
          <a:bodyPr vert="horz" lIns="91815" tIns="45907" rIns="91815" bIns="45907" rtlCol="0"/>
          <a:lstStyle>
            <a:lvl1pPr algn="r">
              <a:defRPr sz="1200"/>
            </a:lvl1pPr>
          </a:lstStyle>
          <a:p>
            <a:fld id="{224009F4-651C-B147-B607-0D0EF37D663D}" type="datetimeFigureOut">
              <a:rPr lang="en-GB" smtClean="0"/>
              <a:t>14/07/2026</a:t>
            </a:fld>
            <a:endParaRPr lang="en-GB" dirty="0"/>
          </a:p>
        </p:txBody>
      </p:sp>
      <p:sp>
        <p:nvSpPr>
          <p:cNvPr id="4" name="Plassholder for lysbilde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815" tIns="45907" rIns="91815" bIns="45907" rtlCol="0" anchor="ctr"/>
          <a:lstStyle/>
          <a:p>
            <a:endParaRPr lang="en-GB" dirty="0"/>
          </a:p>
        </p:txBody>
      </p:sp>
      <p:sp>
        <p:nvSpPr>
          <p:cNvPr id="5" name="Plassholder for notater 4"/>
          <p:cNvSpPr>
            <a:spLocks noGrp="1"/>
          </p:cNvSpPr>
          <p:nvPr>
            <p:ph type="body" sz="quarter" idx="3"/>
          </p:nvPr>
        </p:nvSpPr>
        <p:spPr>
          <a:xfrm>
            <a:off x="679768" y="4751220"/>
            <a:ext cx="5438140" cy="3887361"/>
          </a:xfrm>
          <a:prstGeom prst="rect">
            <a:avLst/>
          </a:prstGeom>
        </p:spPr>
        <p:txBody>
          <a:bodyPr vert="horz" lIns="91815" tIns="45907" rIns="91815" bIns="45907"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GB"/>
          </a:p>
        </p:txBody>
      </p:sp>
      <p:sp>
        <p:nvSpPr>
          <p:cNvPr id="6" name="Plassholder for bunntekst 5"/>
          <p:cNvSpPr>
            <a:spLocks noGrp="1"/>
          </p:cNvSpPr>
          <p:nvPr>
            <p:ph type="ftr" sz="quarter" idx="4"/>
          </p:nvPr>
        </p:nvSpPr>
        <p:spPr>
          <a:xfrm>
            <a:off x="0" y="9377317"/>
            <a:ext cx="2945660" cy="495347"/>
          </a:xfrm>
          <a:prstGeom prst="rect">
            <a:avLst/>
          </a:prstGeom>
        </p:spPr>
        <p:txBody>
          <a:bodyPr vert="horz" lIns="91815" tIns="45907" rIns="91815" bIns="45907" rtlCol="0" anchor="b"/>
          <a:lstStyle>
            <a:lvl1pPr algn="l">
              <a:defRPr sz="1200"/>
            </a:lvl1pPr>
          </a:lstStyle>
          <a:p>
            <a:endParaRPr lang="en-GB" dirty="0"/>
          </a:p>
        </p:txBody>
      </p:sp>
      <p:sp>
        <p:nvSpPr>
          <p:cNvPr id="7" name="Plassholder for lysbildenummer 6"/>
          <p:cNvSpPr>
            <a:spLocks noGrp="1"/>
          </p:cNvSpPr>
          <p:nvPr>
            <p:ph type="sldNum" sz="quarter" idx="5"/>
          </p:nvPr>
        </p:nvSpPr>
        <p:spPr>
          <a:xfrm>
            <a:off x="3850442" y="9377317"/>
            <a:ext cx="2945660" cy="495347"/>
          </a:xfrm>
          <a:prstGeom prst="rect">
            <a:avLst/>
          </a:prstGeom>
        </p:spPr>
        <p:txBody>
          <a:bodyPr vert="horz" lIns="91815" tIns="45907" rIns="91815" bIns="45907" rtlCol="0" anchor="b"/>
          <a:lstStyle>
            <a:lvl1pPr algn="r">
              <a:defRPr sz="1200"/>
            </a:lvl1pPr>
          </a:lstStyle>
          <a:p>
            <a:fld id="{BAA87542-2464-C343-B24F-52BF3C52577C}" type="slidenum">
              <a:rPr lang="en-GB" smtClean="0"/>
              <a:t>‹#›</a:t>
            </a:fld>
            <a:endParaRPr lang="en-GB" dirty="0"/>
          </a:p>
        </p:txBody>
      </p:sp>
    </p:spTree>
    <p:extLst>
      <p:ext uri="{BB962C8B-B14F-4D97-AF65-F5344CB8AC3E}">
        <p14:creationId xmlns:p14="http://schemas.microsoft.com/office/powerpoint/2010/main" val="3437651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thanks for making time. Today I want to walk you through our plan for World Food Day, which is on Friday 16 October. FAO's theme this year is "Innovate today. Nourish tomorrow." That is a gift for us, because innovation is what GAIN does every day. This is a working concept, not a final plan, so I want your input as we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we'll cover. First, a quick look back at what we did last year. Then this year's theme and our concept, the three pillars that hold the campaign together, our content plan and rollout, how we want to inform, educate and influence our audiences, how we bring in our country teams, and finally what I need from each of you. It should take about 15 minutes, with time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by looking back at World Food Day 2025, so we build on what worked.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year FAO's theme was "Hand in Hand for Better Foods and a Better Future". Our angle was actors, actions and achievements: the people and partners behind food systems change. We ran a Community Table, an interactive wall where people could thank someone who supports their food journey, make a commitment and share photos. We published an opinion brief, "Why We Work on Food, Nutrition and Development", by Rosalia Kaluki Muia and Steve Godfrey, and a Bite the Talk episode on the Food Systems Dashboard with Jessica Fanzo and Ty Beal.</a:t>
            </a:r>
          </a:p>
          <a:p/>
          <a:p>
            <a:r>
              <a:t>What we carry into this year: the interactive element was a good idea, so let's keep one, such as a virtual wall. Last year's story was broad; this year we want a clearer structure. We'll create new content rather than only re-sharing last year's. And we'll agree on measures before we launch, so we can report results afterwards.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this year. "Innovate today. Nourish tomorrow."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working concept is "Innovation that nourishes". The idea is simple: we answer FAO's theme with proof. GAIN's evidence, data and business innovation already put more nutritious, safe food on people's plates. "Innovate today" is the tools we've built. "Nourish tomorrow" is the people and the diets those tools reach. Our guiding principle is quality over quantity: a few items, each told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four objectives. Position GAIN as a practical, leading innovator in food systems. Showcase a small number of tools, each with a clear story: what it is, who it helps and what changed. Drive everyone to one campaign web page that links to FAO's World Food Day site. And give country offices and partners content they can use straight away.</a:t>
            </a:r>
          </a:p>
          <a:p/>
          <a:p>
            <a:r>
              <a:t>Our main audience is governments and policymakers, because they can take these tools to scale. We'll also reach donors and investors, food businesses and MSMEs, researchers, and the wider public, especially young people.</a:t>
            </a:r>
          </a:p>
          <a:p/>
          <a:p>
            <a:r>
              <a:t>IF ASKED WHY GOVERNMENTS AND POLICYMAKERS ARE THE MAIN AUDIENCE:</a:t>
            </a:r>
          </a:p>
          <a:p>
            <a:r>
              <a:t>They can take these tools to scale. The Food Systems Dashboard and diet quality data feed national planning, DFQT+ serves fortification regulators, and the Nutrition Futures Initiative works through social protection programmes. One government decision can change what millions of people eat.</a:t>
            </a:r>
          </a:p>
          <a:p>
            <a:r>
              <a:t>It fits our content. Two of our three pillars, evidence and data, and systems that deliver, speak most directly to policymakers, and our strongest proof point is a government one: the Ugandan commissioner finding that small millers don't have to fortify flour.</a:t>
            </a:r>
          </a:p>
          <a:p>
            <a:r>
              <a:t>It fits the moment. World Food Day is a UN and FAO day with events in nearly 150 countries, so ministries are paying attention that week.</a:t>
            </a:r>
          </a:p>
          <a:p>
            <a:r>
              <a:t>It matches GAIN's role. We mostly work through governments and businesses, so we target the people who can act on our work.</a:t>
            </a:r>
          </a:p>
          <a:p>
            <a:r>
              <a:t>Other options, depending on what success looks like: donors and investors if the priority is funding; food businesses and MSMEs if it's participation in the innovation challenges; the public and young people if it's reach and visibility. We can switch if the team prefers.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stop this from feeling scattered, everything sits under three pillars that tell one story: we know what nourishes, we make food systems deliver it, and we back the people who build it.</a:t>
            </a:r>
          </a:p>
          <a:p/>
          <a:p>
            <a:r>
              <a:t>Pillar one, Know what nourishes, is evidence and data. It's led by Ty Beal's Priority Micronutrient Density list, with the Food Systems Dashboard and the Diet Quality Questionnaire in support.</a:t>
            </a:r>
          </a:p>
          <a:p/>
          <a:p>
            <a:r>
              <a:t>Pillar two, Make systems deliver, is technology and policy. It's led by DFQT+, our digital tool for tracking fortification quality from factory to market, with the Nutrition Futures Initiative in support.</a:t>
            </a:r>
          </a:p>
          <a:p/>
          <a:p>
            <a:r>
              <a:t>Pillar three, Back the innovators, is businesses and youth. It's led by the NourishNext youth innovation challenge, with N3F and our MSME Week stories in support. Each pillar has a podcast episode we can clip from. We also heard that climate and the environment were missing, so we bring that out through the Nutribaik story, bicycle-based last-mile delivery in Mozambique, and through Anthony's I-CAN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ask where AI fits. GAIN's AI strategy isn't a separate item; it runs through all three pillars, and its three areas line up with them. Design, meaning better targeting, sits with pillar one; for example, the Food Systems Dashboard is adding AI search. Delivery, including checking fortification compliance, sits with pillar two alongside DFQT+. Scale, spreading what works faster, sits with pillar three. Each pillar's posts will carry one short line on what AI adds next, and the flagship video will close on it. That's our "Nourish tomorrow" moment.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content, one flagship video anchors everything, 60 to 90 seconds: the problem, the innovations and the result, with a 30-second teaser and short clips cut from it. We'll re-cut two or three innovator profiles from MSME Week, such as Kennie O. Cold Chain, Whey2Value and Nutribaik, which also carries our climate and environment story. We'll pull 30 to 60 second clips from three podcast episodes. And we'll have expert voices: we already have Ty Beal on micronutrient-dense foods, Stella will speak on data, and we still need to confirm a DFQT+ spokesperson.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move people from seeing our content to acting on it? Three steps.</a:t>
            </a:r>
          </a:p>
          <a:p/>
          <a:p>
            <a:r>
              <a:t>Inform, from 12 to 16 October: get noticed. Pillar teasers, the flagship video and #WorldFoodDay. Lead with a striking fact, not with GAIN's name, for example "Is the fortified flour you buy really fortified?" We measure reach and views.</a:t>
            </a:r>
          </a:p>
          <a:p/>
          <a:p>
            <a:r>
              <a:t>Educate, from 16 to 23 October: help people understand. Explainers, short carousels, podcast clips and the web page, always in the same structure: the problem, what GAIN built and what changed. We measure page visits and clicks through to the tools.</a:t>
            </a:r>
          </a:p>
          <a:p/>
          <a:p>
            <a:r>
              <a:t>Influence, from 16 October onwards: prompt action. Each audience gets one clear ask, for example governments using the Dashboard or investors backing N3F, delivered by messengers they trust. We measure sign-ups, partner requests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rollout. Gloria finalises the web page from 12 to 14 October when she's back from leave. From 12 to 15 October we run teasers, one day per pillar. On 16 October the flagship video and the web page go live. Then from 17 to 23 October we run deeper posts for each pillar.</a:t>
            </a:r>
          </a:p>
          <a:p/>
          <a:p>
            <a:r>
              <a:t>To keep it cohesive: one colour and icon per pillar, one card template for every post, one campaign hashtag alongside #WorldFoodDay, and the same pillar order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something we know matters: bringing in our country teams. Last year we asked them for video submissions and posts on the wall, but we didn't have a clear way to involve them. This year I'm proposing four simple things.</a:t>
            </a:r>
          </a:p>
          <a:p/>
          <a:p>
            <a:r>
              <a:t>First, a photo competition. Our starting idea is a team photo holding a Happy World Food Day placard, sent by 14 October and posted as a collage on the day. But we want your ideas on how to run it, so please share them on this call.</a:t>
            </a:r>
          </a:p>
          <a:p/>
          <a:p>
            <a:r>
              <a:t>Second, the virtual wall. Teams and their partners can upload a 30-second phone video or a photo answering one prompt: what innovation is nourishing your country? We share the best entries on social media.</a:t>
            </a:r>
          </a:p>
          <a:p/>
          <a:p>
            <a:r>
              <a:t>Third, FAO events. FAO is running events in nearly 150 countries. Where a country team can attend its local event, we'd like them to post from it with #WorldFoodDay, tag GAIN and FAO, and send photos to global comms.</a:t>
            </a:r>
          </a:p>
          <a:p/>
          <a:p>
            <a:r>
              <a:t>Fourth, what we give them so this is easy: a one-page toolkit with the placard, ready-made post copy, the hashtags and the deadlines; one comms focal point per country; and a shared chat group for quick questions. The aim is to brief country teams this week so they have time to plan.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next steps and what I need from you. Country teams: please share your ideas on this call, for the photo competition and anything else you'd like to do. Before World Food Day we'll send an internal email to all staff so everyone is prepared. Tanvi will prepare a budget for World Food Day. Please confirm which content we already have: Tanvi for NourishNext, Theodore and Gloria for DFQT+, Ebow for the Diet Quality Questionnaire and Yetunde for N3F. Help us cut, and suggest a campaign hashtag. And coming soon: how GAIN's evolving strategy fits into the campaign.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Let's open it up: what's missing, what should we cut, and who can help with what?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 Id="rId3" Type="http://schemas.openxmlformats.org/officeDocument/2006/relationships/image" Target="../media/image9.pn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ainhealth.org/" TargetMode="External"/><Relationship Id="rId3" Type="http://schemas.openxmlformats.org/officeDocument/2006/relationships/hyperlink" Target="mailto:info@gainhealth.org" TargetMode="External"/><Relationship Id="rId4" Type="http://schemas.openxmlformats.org/officeDocument/2006/relationships/image" Target="../media/image16.emf"/><Relationship Id="rId5" Type="http://schemas.openxmlformats.org/officeDocument/2006/relationships/image" Target="../media/image17.emf"/><Relationship Id="rId6" Type="http://schemas.openxmlformats.org/officeDocument/2006/relationships/image" Target="../media/image2.png"/><Relationship Id="rId7"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AF8FA9-1AAE-D209-B0E5-8CD959CC4CD9}"/>
              </a:ext>
            </a:extLst>
          </p:cNvPr>
          <p:cNvSpPr/>
          <p:nvPr userDrawn="1"/>
        </p:nvSpPr>
        <p:spPr>
          <a:xfrm>
            <a:off x="0" y="-635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7D5CD99C-FA6B-F6E5-2117-12D59849551D}"/>
              </a:ext>
            </a:extLst>
          </p:cNvPr>
          <p:cNvSpPr>
            <a:spLocks noGrp="1"/>
          </p:cNvSpPr>
          <p:nvPr>
            <p:ph type="pic" sz="quarter" idx="10"/>
          </p:nvPr>
        </p:nvSpPr>
        <p:spPr>
          <a:xfrm>
            <a:off x="7297608" y="0"/>
            <a:ext cx="4894392" cy="6851650"/>
          </a:xfrm>
        </p:spPr>
        <p:txBody>
          <a:bodyPr/>
          <a:lstStyle/>
          <a:p>
            <a:r>
              <a:rPr lang="en-US"/>
              <a:t>Click icon to add picture</a:t>
            </a:r>
            <a:endParaRPr lang="en-US" dirty="0"/>
          </a:p>
        </p:txBody>
      </p:sp>
      <p:pic>
        <p:nvPicPr>
          <p:cNvPr id="5" name="Picture 4">
            <a:extLst>
              <a:ext uri="{FF2B5EF4-FFF2-40B4-BE49-F238E27FC236}">
                <a16:creationId xmlns:a16="http://schemas.microsoft.com/office/drawing/2014/main" id="{5A1FBB9F-B8E5-5EDF-CA8F-B62A7F19A64E}"/>
              </a:ext>
            </a:extLst>
          </p:cNvPr>
          <p:cNvPicPr>
            <a:picLocks noChangeAspect="1"/>
          </p:cNvPicPr>
          <p:nvPr userDrawn="1"/>
        </p:nvPicPr>
        <p:blipFill>
          <a:blip r:embed="rId2"/>
          <a:srcRect/>
          <a:stretch/>
        </p:blipFill>
        <p:spPr>
          <a:xfrm>
            <a:off x="479424" y="786700"/>
            <a:ext cx="1666918" cy="684951"/>
          </a:xfrm>
          <a:prstGeom prst="rect">
            <a:avLst/>
          </a:prstGeom>
        </p:spPr>
      </p:pic>
      <p:sp>
        <p:nvSpPr>
          <p:cNvPr id="14" name="Plassholder for tekst 2">
            <a:extLst>
              <a:ext uri="{FF2B5EF4-FFF2-40B4-BE49-F238E27FC236}">
                <a16:creationId xmlns:a16="http://schemas.microsoft.com/office/drawing/2014/main" id="{148EBD4B-3579-5466-772E-CA748A015237}"/>
              </a:ext>
            </a:extLst>
          </p:cNvPr>
          <p:cNvSpPr>
            <a:spLocks noGrp="1"/>
          </p:cNvSpPr>
          <p:nvPr>
            <p:ph type="body" idx="1" hasCustomPrompt="1"/>
          </p:nvPr>
        </p:nvSpPr>
        <p:spPr>
          <a:xfrm>
            <a:off x="479424" y="4466351"/>
            <a:ext cx="6396392" cy="846892"/>
          </a:xfrm>
        </p:spPr>
        <p:txBody>
          <a:bodyPr anchor="t" anchorCtr="0">
            <a:normAutofit/>
          </a:bodyPr>
          <a:lstStyle>
            <a:lvl1pPr marL="0" indent="0" algn="l">
              <a:buNone/>
              <a:defRPr sz="2400" b="1">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17" name="Tittel 1">
            <a:extLst>
              <a:ext uri="{FF2B5EF4-FFF2-40B4-BE49-F238E27FC236}">
                <a16:creationId xmlns:a16="http://schemas.microsoft.com/office/drawing/2014/main" id="{1E5C1781-A1C0-7A84-A1A0-88091501438B}"/>
              </a:ext>
            </a:extLst>
          </p:cNvPr>
          <p:cNvSpPr>
            <a:spLocks noGrp="1"/>
          </p:cNvSpPr>
          <p:nvPr>
            <p:ph type="title" hasCustomPrompt="1"/>
          </p:nvPr>
        </p:nvSpPr>
        <p:spPr>
          <a:xfrm>
            <a:off x="465138" y="2295429"/>
            <a:ext cx="6410678" cy="1963061"/>
          </a:xfrm>
        </p:spPr>
        <p:txBody>
          <a:bodyPr anchor="b" anchorCtr="0">
            <a:normAutofit/>
          </a:bodyPr>
          <a:lstStyle>
            <a:lvl1pPr algn="l">
              <a:defRPr sz="3600" cap="all" baseline="0">
                <a:solidFill>
                  <a:schemeClr val="bg1"/>
                </a:solidFill>
              </a:defRPr>
            </a:lvl1pPr>
          </a:lstStyle>
          <a:p>
            <a:r>
              <a:rPr lang="en-GB" noProof="0" dirty="0"/>
              <a:t>ENTER TITLE HERE</a:t>
            </a:r>
            <a:endParaRPr lang="nb-NO" dirty="0"/>
          </a:p>
        </p:txBody>
      </p:sp>
      <p:sp>
        <p:nvSpPr>
          <p:cNvPr id="2" name="Plassholder for tekst 2">
            <a:extLst>
              <a:ext uri="{FF2B5EF4-FFF2-40B4-BE49-F238E27FC236}">
                <a16:creationId xmlns:a16="http://schemas.microsoft.com/office/drawing/2014/main" id="{A3F5304B-CF54-0447-85A1-77796187C28D}"/>
              </a:ext>
            </a:extLst>
          </p:cNvPr>
          <p:cNvSpPr>
            <a:spLocks noGrp="1"/>
          </p:cNvSpPr>
          <p:nvPr>
            <p:ph type="body" idx="11" hasCustomPrompt="1"/>
          </p:nvPr>
        </p:nvSpPr>
        <p:spPr>
          <a:xfrm>
            <a:off x="479424" y="5888165"/>
            <a:ext cx="6396392" cy="394913"/>
          </a:xfrm>
        </p:spPr>
        <p:txBody>
          <a:bodyPr anchor="ctr" anchorCtr="0">
            <a:normAutofit/>
          </a:bodyPr>
          <a:lstStyle>
            <a:lvl1pPr marL="0" indent="0" algn="l">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1365090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slide red">
    <p:bg>
      <p:bgPr>
        <a:solidFill>
          <a:schemeClr val="tx2"/>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465138" y="1664524"/>
            <a:ext cx="9928424" cy="672276"/>
          </a:xfrm>
        </p:spPr>
        <p:txBody>
          <a:bodyPr anchor="t" anchorCtr="0">
            <a:normAutofit/>
          </a:bodyPr>
          <a:lstStyle>
            <a:lvl1pPr algn="l">
              <a:defRPr sz="4000">
                <a:solidFill>
                  <a:schemeClr val="bg1"/>
                </a:solidFill>
              </a:defRPr>
            </a:lvl1pPr>
          </a:lstStyle>
          <a:p>
            <a:r>
              <a:rPr lang="en-GB" noProof="0" dirty="0"/>
              <a:t>Enter title here</a:t>
            </a:r>
            <a:endParaRPr lang="nb-NO" dirty="0"/>
          </a:p>
        </p:txBody>
      </p:sp>
      <p:sp>
        <p:nvSpPr>
          <p:cNvPr id="12" name="Plassholder for tekst 2">
            <a:extLst>
              <a:ext uri="{FF2B5EF4-FFF2-40B4-BE49-F238E27FC236}">
                <a16:creationId xmlns:a16="http://schemas.microsoft.com/office/drawing/2014/main" id="{F8BCDED1-1FBE-7CC0-D86D-7B7945754A11}"/>
              </a:ext>
            </a:extLst>
          </p:cNvPr>
          <p:cNvSpPr>
            <a:spLocks noGrp="1"/>
          </p:cNvSpPr>
          <p:nvPr>
            <p:ph type="body" idx="1" hasCustomPrompt="1"/>
          </p:nvPr>
        </p:nvSpPr>
        <p:spPr>
          <a:xfrm>
            <a:off x="465138" y="2439224"/>
            <a:ext cx="9212262" cy="394913"/>
          </a:xfrm>
        </p:spPr>
        <p:txBody>
          <a:bodyPr anchor="t" anchorCtr="0">
            <a:normAutofit/>
          </a:bodyPr>
          <a:lstStyle>
            <a:lvl1pPr marL="0" indent="0" algn="l">
              <a:buNone/>
              <a:defRPr sz="1600" cap="all"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pic>
        <p:nvPicPr>
          <p:cNvPr id="3" name="Picture 2">
            <a:extLst>
              <a:ext uri="{FF2B5EF4-FFF2-40B4-BE49-F238E27FC236}">
                <a16:creationId xmlns:a16="http://schemas.microsoft.com/office/drawing/2014/main" id="{D2DF0C4A-2CAD-9899-FD3B-B91669CB67D1}"/>
              </a:ext>
            </a:extLst>
          </p:cNvPr>
          <p:cNvPicPr>
            <a:picLocks noChangeAspect="1"/>
          </p:cNvPicPr>
          <p:nvPr userDrawn="1"/>
        </p:nvPicPr>
        <p:blipFill>
          <a:blip r:embed="rId2"/>
          <a:srcRect/>
          <a:stretch/>
        </p:blipFill>
        <p:spPr>
          <a:xfrm>
            <a:off x="3408425" y="2214137"/>
            <a:ext cx="8419854" cy="6848148"/>
          </a:xfrm>
          <a:prstGeom prst="rect">
            <a:avLst/>
          </a:prstGeom>
        </p:spPr>
      </p:pic>
      <p:pic>
        <p:nvPicPr>
          <p:cNvPr id="2" name="Picture 1">
            <a:extLst>
              <a:ext uri="{FF2B5EF4-FFF2-40B4-BE49-F238E27FC236}">
                <a16:creationId xmlns:a16="http://schemas.microsoft.com/office/drawing/2014/main" id="{5BC237A6-B1DF-341E-7175-825BC02615B5}"/>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2690367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pic>
        <p:nvPicPr>
          <p:cNvPr id="4" name="Picture 3" descr="A logo with red text&#10;&#10;Description automatically generated">
            <a:extLst>
              <a:ext uri="{FF2B5EF4-FFF2-40B4-BE49-F238E27FC236}">
                <a16:creationId xmlns:a16="http://schemas.microsoft.com/office/drawing/2014/main" id="{DE0EFB7D-B35D-4C27-D788-A3EE75145290}"/>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836183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Text Placeholder 20">
            <a:extLst>
              <a:ext uri="{FF2B5EF4-FFF2-40B4-BE49-F238E27FC236}">
                <a16:creationId xmlns:a16="http://schemas.microsoft.com/office/drawing/2014/main" id="{F57E8AA0-A9B6-30E8-BE13-A6A6A0136465}"/>
              </a:ext>
            </a:extLst>
          </p:cNvPr>
          <p:cNvSpPr>
            <a:spLocks noGrp="1"/>
          </p:cNvSpPr>
          <p:nvPr>
            <p:ph type="body" idx="20" hasCustomPrompt="1"/>
          </p:nvPr>
        </p:nvSpPr>
        <p:spPr>
          <a:xfrm>
            <a:off x="479424" y="1768812"/>
            <a:ext cx="11233149" cy="515303"/>
          </a:xfrm>
        </p:spPr>
        <p:txBody>
          <a:bodyPr>
            <a:noAutofit/>
          </a:bodyPr>
          <a:lstStyle>
            <a:lvl1pPr>
              <a:lnSpc>
                <a:spcPct val="100000"/>
              </a:lnSpc>
              <a:buNone/>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4" name="Picture 3" descr="A logo with red text&#10;&#10;Description automatically generated">
            <a:extLst>
              <a:ext uri="{FF2B5EF4-FFF2-40B4-BE49-F238E27FC236}">
                <a16:creationId xmlns:a16="http://schemas.microsoft.com/office/drawing/2014/main" id="{C487FFC3-5314-A9FE-7BF4-BFE62F2C4B65}"/>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4218439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04E44CCC-E53B-C816-0AF6-A82E41696FE1}"/>
              </a:ext>
            </a:extLst>
          </p:cNvPr>
          <p:cNvSpPr>
            <a:spLocks noGrp="1"/>
          </p:cNvSpPr>
          <p:nvPr>
            <p:ph idx="10"/>
          </p:nvPr>
        </p:nvSpPr>
        <p:spPr>
          <a:xfrm>
            <a:off x="479425" y="1768812"/>
            <a:ext cx="11229467" cy="4572552"/>
          </a:xfrm>
        </p:spPr>
        <p:txBody>
          <a:bodyPr>
            <a:normAutofit/>
          </a:bodyPr>
          <a:lstStyle>
            <a:lvl1pPr>
              <a:lnSpc>
                <a:spcPct val="100000"/>
              </a:lnSpc>
              <a:defRPr sz="1600">
                <a:solidFill>
                  <a:schemeClr val="tx1"/>
                </a:solidFill>
                <a:latin typeface="Montserrat" pitchFamily="2" charset="77"/>
              </a:defRPr>
            </a:lvl1pPr>
            <a:lvl2pPr marL="742950" indent="-285750">
              <a:lnSpc>
                <a:spcPct val="100000"/>
              </a:lnSpc>
              <a:buFont typeface="Arial" panose="020B0604020202020204" pitchFamily="34" charset="0"/>
              <a:buChar char="•"/>
              <a:defRPr sz="1400">
                <a:solidFill>
                  <a:schemeClr val="tx1"/>
                </a:solidFill>
                <a:latin typeface="Montserrat" pitchFamily="2" charset="77"/>
              </a:defRPr>
            </a:lvl2pPr>
            <a:lvl3pPr>
              <a:lnSpc>
                <a:spcPct val="100000"/>
              </a:lnSpc>
              <a:defRPr sz="1200">
                <a:solidFill>
                  <a:schemeClr val="tx1"/>
                </a:solidFill>
                <a:latin typeface="Montserrat" pitchFamily="2" charset="77"/>
              </a:defRPr>
            </a:lvl3pPr>
            <a:lvl4pPr>
              <a:lnSpc>
                <a:spcPct val="100000"/>
              </a:lnSpc>
              <a:defRPr sz="1100">
                <a:solidFill>
                  <a:schemeClr val="tx1"/>
                </a:solidFill>
                <a:latin typeface="Montserrat" pitchFamily="2" charset="77"/>
              </a:defRPr>
            </a:lvl4pPr>
            <a:lvl5pPr>
              <a:lnSpc>
                <a:spcPct val="10000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3" name="Picture 2" descr="A logo with red text&#10;&#10;Description automatically generated">
            <a:extLst>
              <a:ext uri="{FF2B5EF4-FFF2-40B4-BE49-F238E27FC236}">
                <a16:creationId xmlns:a16="http://schemas.microsoft.com/office/drawing/2014/main" id="{5CD27F8F-E305-EF7A-0CC2-5B929AF8E443}"/>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902576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3" name="Text Placeholder 20">
            <a:extLst>
              <a:ext uri="{FF2B5EF4-FFF2-40B4-BE49-F238E27FC236}">
                <a16:creationId xmlns:a16="http://schemas.microsoft.com/office/drawing/2014/main" id="{17D2F307-621D-080D-D3D8-7D34B5B63EAF}"/>
              </a:ext>
            </a:extLst>
          </p:cNvPr>
          <p:cNvSpPr>
            <a:spLocks noGrp="1"/>
          </p:cNvSpPr>
          <p:nvPr>
            <p:ph type="body" idx="20" hasCustomPrompt="1"/>
          </p:nvPr>
        </p:nvSpPr>
        <p:spPr>
          <a:xfrm>
            <a:off x="479424" y="1768812"/>
            <a:ext cx="1123314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 name="Plassholder for innhold 2">
            <a:extLst>
              <a:ext uri="{FF2B5EF4-FFF2-40B4-BE49-F238E27FC236}">
                <a16:creationId xmlns:a16="http://schemas.microsoft.com/office/drawing/2014/main" id="{04E44CCC-E53B-C816-0AF6-A82E41696FE1}"/>
              </a:ext>
            </a:extLst>
          </p:cNvPr>
          <p:cNvSpPr>
            <a:spLocks noGrp="1"/>
          </p:cNvSpPr>
          <p:nvPr>
            <p:ph idx="10"/>
          </p:nvPr>
        </p:nvSpPr>
        <p:spPr>
          <a:xfrm>
            <a:off x="479425" y="2550206"/>
            <a:ext cx="11229467" cy="3791158"/>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4" name="Picture 3" descr="A logo with red text&#10;&#10;Description automatically generated">
            <a:extLst>
              <a:ext uri="{FF2B5EF4-FFF2-40B4-BE49-F238E27FC236}">
                <a16:creationId xmlns:a16="http://schemas.microsoft.com/office/drawing/2014/main" id="{1DB48460-D32F-C995-41F4-49661CA0506F}"/>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236774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and illustration">
    <p:spTree>
      <p:nvGrpSpPr>
        <p:cNvPr id="1" name=""/>
        <p:cNvGrpSpPr/>
        <p:nvPr/>
      </p:nvGrpSpPr>
      <p:grpSpPr>
        <a:xfrm>
          <a:off x="0" y="0"/>
          <a:ext cx="0" cy="0"/>
          <a:chOff x="0" y="0"/>
          <a:chExt cx="0" cy="0"/>
        </a:xfrm>
      </p:grpSpPr>
      <p:pic>
        <p:nvPicPr>
          <p:cNvPr id="6" name="Picture 5" descr="A black background with a black square&#10;&#10;Description automatically generated">
            <a:extLst>
              <a:ext uri="{FF2B5EF4-FFF2-40B4-BE49-F238E27FC236}">
                <a16:creationId xmlns:a16="http://schemas.microsoft.com/office/drawing/2014/main" id="{9F74B058-F65D-5974-8A95-6BD63449C9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223442" y="441899"/>
            <a:ext cx="13097824" cy="6246000"/>
          </a:xfrm>
          <a:prstGeom prst="rect">
            <a:avLst/>
          </a:prstGeom>
        </p:spPr>
      </p:pic>
      <p:sp>
        <p:nvSpPr>
          <p:cNvPr id="5" name="Plassholder for innhold 2">
            <a:extLst>
              <a:ext uri="{FF2B5EF4-FFF2-40B4-BE49-F238E27FC236}">
                <a16:creationId xmlns:a16="http://schemas.microsoft.com/office/drawing/2014/main" id="{4A41A644-D13A-F23C-F8AE-F6717870B2D0}"/>
              </a:ext>
            </a:extLst>
          </p:cNvPr>
          <p:cNvSpPr>
            <a:spLocks noGrp="1"/>
          </p:cNvSpPr>
          <p:nvPr>
            <p:ph idx="23"/>
          </p:nvPr>
        </p:nvSpPr>
        <p:spPr>
          <a:xfrm>
            <a:off x="477660" y="1768812"/>
            <a:ext cx="9949040" cy="4572552"/>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9947275" cy="1019255"/>
          </a:xfrm>
        </p:spPr>
        <p:txBody>
          <a:bodyPr/>
          <a:lstStyle>
            <a:lvl1pPr>
              <a:defRPr sz="2400" cap="all" baseline="0"/>
            </a:lvl1pPr>
          </a:lstStyle>
          <a:p>
            <a:r>
              <a:rPr lang="en-GB" dirty="0"/>
              <a:t>CLICK TO EDIT MASTER TITLE STYLE</a:t>
            </a:r>
            <a:endParaRPr lang="en-US" dirty="0"/>
          </a:p>
        </p:txBody>
      </p:sp>
      <p:sp>
        <p:nvSpPr>
          <p:cNvPr id="2" name="TextBox 1">
            <a:extLst>
              <a:ext uri="{FF2B5EF4-FFF2-40B4-BE49-F238E27FC236}">
                <a16:creationId xmlns:a16="http://schemas.microsoft.com/office/drawing/2014/main" id="{D8AC529D-902D-0083-6859-9EB7A61CF9FD}"/>
              </a:ext>
            </a:extLst>
          </p:cNvPr>
          <p:cNvSpPr txBox="1"/>
          <p:nvPr userDrawn="1"/>
        </p:nvSpPr>
        <p:spPr>
          <a:xfrm>
            <a:off x="-3930555" y="7574507"/>
            <a:ext cx="184731" cy="369332"/>
          </a:xfrm>
          <a:prstGeom prst="rect">
            <a:avLst/>
          </a:prstGeom>
          <a:noFill/>
        </p:spPr>
        <p:txBody>
          <a:bodyPr wrap="none" rtlCol="0">
            <a:spAutoFit/>
          </a:bodyPr>
          <a:lstStyle/>
          <a:p>
            <a:endParaRPr lang="en-US" dirty="0"/>
          </a:p>
        </p:txBody>
      </p:sp>
      <p:pic>
        <p:nvPicPr>
          <p:cNvPr id="7" name="Picture 6" descr="A logo with red text&#10;&#10;Description automatically generated">
            <a:extLst>
              <a:ext uri="{FF2B5EF4-FFF2-40B4-BE49-F238E27FC236}">
                <a16:creationId xmlns:a16="http://schemas.microsoft.com/office/drawing/2014/main" id="{CB29792E-4EFB-4F24-98E6-3EAD0706B1D2}"/>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84894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with content and illustration">
    <p:spTree>
      <p:nvGrpSpPr>
        <p:cNvPr id="1" name=""/>
        <p:cNvGrpSpPr/>
        <p:nvPr/>
      </p:nvGrpSpPr>
      <p:grpSpPr>
        <a:xfrm>
          <a:off x="0" y="0"/>
          <a:ext cx="0" cy="0"/>
          <a:chOff x="0" y="0"/>
          <a:chExt cx="0" cy="0"/>
        </a:xfrm>
      </p:grpSpPr>
      <p:pic>
        <p:nvPicPr>
          <p:cNvPr id="6" name="Picture 5" descr="A black background with a black square&#10;&#10;Description automatically generated">
            <a:extLst>
              <a:ext uri="{FF2B5EF4-FFF2-40B4-BE49-F238E27FC236}">
                <a16:creationId xmlns:a16="http://schemas.microsoft.com/office/drawing/2014/main" id="{9F74B058-F65D-5974-8A95-6BD63449C9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223442" y="441899"/>
            <a:ext cx="13097824" cy="6246000"/>
          </a:xfrm>
          <a:prstGeom prst="rect">
            <a:avLst/>
          </a:prstGeom>
        </p:spPr>
      </p:pic>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9947275" cy="1019255"/>
          </a:xfrm>
        </p:spPr>
        <p:txBody>
          <a:bodyPr/>
          <a:lstStyle>
            <a:lvl1pPr>
              <a:defRPr sz="2400" cap="all" baseline="0"/>
            </a:lvl1pPr>
          </a:lstStyle>
          <a:p>
            <a:r>
              <a:rPr lang="en-GB" dirty="0"/>
              <a:t>CLICK TO EDIT MASTER TITLE STYLE</a:t>
            </a:r>
            <a:endParaRPr lang="en-US" dirty="0"/>
          </a:p>
        </p:txBody>
      </p:sp>
      <p:sp>
        <p:nvSpPr>
          <p:cNvPr id="10" name="Plassholder for innhold 2">
            <a:extLst>
              <a:ext uri="{FF2B5EF4-FFF2-40B4-BE49-F238E27FC236}">
                <a16:creationId xmlns:a16="http://schemas.microsoft.com/office/drawing/2014/main" id="{0732F4CE-1A6C-A8C6-6284-81456E72C52A}"/>
              </a:ext>
            </a:extLst>
          </p:cNvPr>
          <p:cNvSpPr>
            <a:spLocks noGrp="1"/>
          </p:cNvSpPr>
          <p:nvPr>
            <p:ph idx="10"/>
          </p:nvPr>
        </p:nvSpPr>
        <p:spPr>
          <a:xfrm>
            <a:off x="479425" y="2550206"/>
            <a:ext cx="9947275" cy="3791157"/>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Text Placeholder 20">
            <a:extLst>
              <a:ext uri="{FF2B5EF4-FFF2-40B4-BE49-F238E27FC236}">
                <a16:creationId xmlns:a16="http://schemas.microsoft.com/office/drawing/2014/main" id="{DB950958-EC26-8449-9F63-1D8BDBFC22DF}"/>
              </a:ext>
            </a:extLst>
          </p:cNvPr>
          <p:cNvSpPr>
            <a:spLocks noGrp="1"/>
          </p:cNvSpPr>
          <p:nvPr>
            <p:ph type="body" idx="24" hasCustomPrompt="1"/>
          </p:nvPr>
        </p:nvSpPr>
        <p:spPr>
          <a:xfrm>
            <a:off x="479425" y="1768812"/>
            <a:ext cx="9947276"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 name="TextBox 1">
            <a:extLst>
              <a:ext uri="{FF2B5EF4-FFF2-40B4-BE49-F238E27FC236}">
                <a16:creationId xmlns:a16="http://schemas.microsoft.com/office/drawing/2014/main" id="{D8AC529D-902D-0083-6859-9EB7A61CF9FD}"/>
              </a:ext>
            </a:extLst>
          </p:cNvPr>
          <p:cNvSpPr txBox="1"/>
          <p:nvPr userDrawn="1"/>
        </p:nvSpPr>
        <p:spPr>
          <a:xfrm>
            <a:off x="-3930555" y="7574507"/>
            <a:ext cx="184731" cy="369332"/>
          </a:xfrm>
          <a:prstGeom prst="rect">
            <a:avLst/>
          </a:prstGeom>
          <a:noFill/>
        </p:spPr>
        <p:txBody>
          <a:bodyPr wrap="none" rtlCol="0">
            <a:spAutoFit/>
          </a:bodyPr>
          <a:lstStyle/>
          <a:p>
            <a:endParaRPr lang="en-US" dirty="0"/>
          </a:p>
        </p:txBody>
      </p:sp>
      <p:pic>
        <p:nvPicPr>
          <p:cNvPr id="5" name="Picture 4" descr="A logo with red text&#10;&#10;Description automatically generated">
            <a:extLst>
              <a:ext uri="{FF2B5EF4-FFF2-40B4-BE49-F238E27FC236}">
                <a16:creationId xmlns:a16="http://schemas.microsoft.com/office/drawing/2014/main" id="{E6BF8BE9-383E-C523-F161-B5481075CB77}"/>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921032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2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04E44CCC-E53B-C816-0AF6-A82E41696FE1}"/>
              </a:ext>
            </a:extLst>
          </p:cNvPr>
          <p:cNvSpPr>
            <a:spLocks noGrp="1"/>
          </p:cNvSpPr>
          <p:nvPr>
            <p:ph idx="10"/>
          </p:nvPr>
        </p:nvSpPr>
        <p:spPr>
          <a:xfrm>
            <a:off x="6339395" y="1768812"/>
            <a:ext cx="5373180" cy="4572552"/>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Plassholder for innhold 2">
            <a:extLst>
              <a:ext uri="{FF2B5EF4-FFF2-40B4-BE49-F238E27FC236}">
                <a16:creationId xmlns:a16="http://schemas.microsoft.com/office/drawing/2014/main" id="{FE7FC031-4BDE-98D9-7D70-E4E368D8ECF0}"/>
              </a:ext>
            </a:extLst>
          </p:cNvPr>
          <p:cNvSpPr>
            <a:spLocks noGrp="1"/>
          </p:cNvSpPr>
          <p:nvPr>
            <p:ph idx="1"/>
          </p:nvPr>
        </p:nvSpPr>
        <p:spPr>
          <a:xfrm>
            <a:off x="479424" y="1768812"/>
            <a:ext cx="5373179" cy="4565292"/>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3" name="Picture 2" descr="A logo with red text&#10;&#10;Description automatically generated">
            <a:extLst>
              <a:ext uri="{FF2B5EF4-FFF2-40B4-BE49-F238E27FC236}">
                <a16:creationId xmlns:a16="http://schemas.microsoft.com/office/drawing/2014/main" id="{96DFC48B-6D84-FBB5-092B-EF78EB4B5CF9}"/>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25795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 2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Text Placeholder 20">
            <a:extLst>
              <a:ext uri="{FF2B5EF4-FFF2-40B4-BE49-F238E27FC236}">
                <a16:creationId xmlns:a16="http://schemas.microsoft.com/office/drawing/2014/main" id="{48A4F945-E454-DF0D-180D-5494DA5C34A7}"/>
              </a:ext>
            </a:extLst>
          </p:cNvPr>
          <p:cNvSpPr>
            <a:spLocks noGrp="1"/>
          </p:cNvSpPr>
          <p:nvPr>
            <p:ph type="body" idx="22" hasCustomPrompt="1"/>
          </p:nvPr>
        </p:nvSpPr>
        <p:spPr>
          <a:xfrm>
            <a:off x="6337632" y="1768812"/>
            <a:ext cx="5374942" cy="600129"/>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Plassholder for innhold 2">
            <a:extLst>
              <a:ext uri="{FF2B5EF4-FFF2-40B4-BE49-F238E27FC236}">
                <a16:creationId xmlns:a16="http://schemas.microsoft.com/office/drawing/2014/main" id="{39CC3AB8-8738-9AAA-2724-B680EF3871D5}"/>
              </a:ext>
            </a:extLst>
          </p:cNvPr>
          <p:cNvSpPr>
            <a:spLocks noGrp="1"/>
          </p:cNvSpPr>
          <p:nvPr>
            <p:ph idx="23"/>
          </p:nvPr>
        </p:nvSpPr>
        <p:spPr>
          <a:xfrm>
            <a:off x="6337633" y="2550206"/>
            <a:ext cx="5373180" cy="3791156"/>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Text Placeholder 20">
            <a:extLst>
              <a:ext uri="{FF2B5EF4-FFF2-40B4-BE49-F238E27FC236}">
                <a16:creationId xmlns:a16="http://schemas.microsoft.com/office/drawing/2014/main" id="{B404BD6B-7C78-8C8F-ECB2-613A682BAFBA}"/>
              </a:ext>
            </a:extLst>
          </p:cNvPr>
          <p:cNvSpPr>
            <a:spLocks noGrp="1"/>
          </p:cNvSpPr>
          <p:nvPr>
            <p:ph type="body" idx="24" hasCustomPrompt="1"/>
          </p:nvPr>
        </p:nvSpPr>
        <p:spPr>
          <a:xfrm>
            <a:off x="479424" y="1768812"/>
            <a:ext cx="5374943"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Plassholder for innhold 2">
            <a:extLst>
              <a:ext uri="{FF2B5EF4-FFF2-40B4-BE49-F238E27FC236}">
                <a16:creationId xmlns:a16="http://schemas.microsoft.com/office/drawing/2014/main" id="{BBA1E708-8D8B-774F-820D-5DBEDA416F76}"/>
              </a:ext>
            </a:extLst>
          </p:cNvPr>
          <p:cNvSpPr>
            <a:spLocks noGrp="1"/>
          </p:cNvSpPr>
          <p:nvPr>
            <p:ph idx="10"/>
          </p:nvPr>
        </p:nvSpPr>
        <p:spPr>
          <a:xfrm>
            <a:off x="479425" y="2550205"/>
            <a:ext cx="5373179" cy="3791157"/>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3" name="Picture 2" descr="A logo with red text&#10;&#10;Description automatically generated">
            <a:extLst>
              <a:ext uri="{FF2B5EF4-FFF2-40B4-BE49-F238E27FC236}">
                <a16:creationId xmlns:a16="http://schemas.microsoft.com/office/drawing/2014/main" id="{70480F08-69C4-B999-E15F-E503F455728F}"/>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06226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2 columns with illustra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A6B5DB-CCF6-E141-475E-33618360A8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15222" y="4222343"/>
            <a:ext cx="21236257" cy="2572974"/>
          </a:xfrm>
          <a:prstGeom prst="rect">
            <a:avLst/>
          </a:prstGeom>
        </p:spPr>
      </p:pic>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04E44CCC-E53B-C816-0AF6-A82E41696FE1}"/>
              </a:ext>
            </a:extLst>
          </p:cNvPr>
          <p:cNvSpPr>
            <a:spLocks noGrp="1"/>
          </p:cNvSpPr>
          <p:nvPr>
            <p:ph idx="10"/>
          </p:nvPr>
        </p:nvSpPr>
        <p:spPr>
          <a:xfrm>
            <a:off x="6339395" y="1768813"/>
            <a:ext cx="5373180" cy="212041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Plassholder for innhold 2">
            <a:extLst>
              <a:ext uri="{FF2B5EF4-FFF2-40B4-BE49-F238E27FC236}">
                <a16:creationId xmlns:a16="http://schemas.microsoft.com/office/drawing/2014/main" id="{FE7FC031-4BDE-98D9-7D70-E4E368D8ECF0}"/>
              </a:ext>
            </a:extLst>
          </p:cNvPr>
          <p:cNvSpPr>
            <a:spLocks noGrp="1"/>
          </p:cNvSpPr>
          <p:nvPr>
            <p:ph idx="1"/>
          </p:nvPr>
        </p:nvSpPr>
        <p:spPr>
          <a:xfrm>
            <a:off x="479424" y="1768812"/>
            <a:ext cx="5373179" cy="3421753"/>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4" name="Picture 3" descr="A logo with red text&#10;&#10;Description automatically generated">
            <a:extLst>
              <a:ext uri="{FF2B5EF4-FFF2-40B4-BE49-F238E27FC236}">
                <a16:creationId xmlns:a16="http://schemas.microsoft.com/office/drawing/2014/main" id="{B18AA9D4-17C6-E793-7DDE-7A8564797A54}"/>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536160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2 columns with illustr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pic>
        <p:nvPicPr>
          <p:cNvPr id="10" name="Picture 9">
            <a:extLst>
              <a:ext uri="{FF2B5EF4-FFF2-40B4-BE49-F238E27FC236}">
                <a16:creationId xmlns:a16="http://schemas.microsoft.com/office/drawing/2014/main" id="{A8EC0CDE-BC56-8528-90B4-C4F6494D58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15222" y="4222343"/>
            <a:ext cx="21236257" cy="2572974"/>
          </a:xfrm>
          <a:prstGeom prst="rect">
            <a:avLst/>
          </a:prstGeom>
        </p:spPr>
      </p:pic>
      <p:sp>
        <p:nvSpPr>
          <p:cNvPr id="11" name="Text Placeholder 20">
            <a:extLst>
              <a:ext uri="{FF2B5EF4-FFF2-40B4-BE49-F238E27FC236}">
                <a16:creationId xmlns:a16="http://schemas.microsoft.com/office/drawing/2014/main" id="{8B3F4127-C3EA-D4DB-A5E4-717BC9D72808}"/>
              </a:ext>
            </a:extLst>
          </p:cNvPr>
          <p:cNvSpPr>
            <a:spLocks noGrp="1"/>
          </p:cNvSpPr>
          <p:nvPr>
            <p:ph type="body" idx="24" hasCustomPrompt="1"/>
          </p:nvPr>
        </p:nvSpPr>
        <p:spPr>
          <a:xfrm>
            <a:off x="479424" y="1768812"/>
            <a:ext cx="5374943"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2" name="Plassholder for innhold 2">
            <a:extLst>
              <a:ext uri="{FF2B5EF4-FFF2-40B4-BE49-F238E27FC236}">
                <a16:creationId xmlns:a16="http://schemas.microsoft.com/office/drawing/2014/main" id="{B5C32015-0069-4A53-FB7A-FE233EB987D8}"/>
              </a:ext>
            </a:extLst>
          </p:cNvPr>
          <p:cNvSpPr>
            <a:spLocks noGrp="1"/>
          </p:cNvSpPr>
          <p:nvPr>
            <p:ph idx="10"/>
          </p:nvPr>
        </p:nvSpPr>
        <p:spPr>
          <a:xfrm>
            <a:off x="479425" y="2550206"/>
            <a:ext cx="5373180" cy="2640359"/>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Text Placeholder 20">
            <a:extLst>
              <a:ext uri="{FF2B5EF4-FFF2-40B4-BE49-F238E27FC236}">
                <a16:creationId xmlns:a16="http://schemas.microsoft.com/office/drawing/2014/main" id="{FA27D534-B29D-1B06-8B11-C0B9FC7CAF8C}"/>
              </a:ext>
            </a:extLst>
          </p:cNvPr>
          <p:cNvSpPr>
            <a:spLocks noGrp="1"/>
          </p:cNvSpPr>
          <p:nvPr>
            <p:ph type="body" idx="25" hasCustomPrompt="1"/>
          </p:nvPr>
        </p:nvSpPr>
        <p:spPr>
          <a:xfrm>
            <a:off x="6337635" y="1768812"/>
            <a:ext cx="5374943"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4" name="Plassholder for innhold 2">
            <a:extLst>
              <a:ext uri="{FF2B5EF4-FFF2-40B4-BE49-F238E27FC236}">
                <a16:creationId xmlns:a16="http://schemas.microsoft.com/office/drawing/2014/main" id="{28399154-71D7-6C1D-9DC5-1F37CA78C222}"/>
              </a:ext>
            </a:extLst>
          </p:cNvPr>
          <p:cNvSpPr>
            <a:spLocks noGrp="1"/>
          </p:cNvSpPr>
          <p:nvPr>
            <p:ph idx="26"/>
          </p:nvPr>
        </p:nvSpPr>
        <p:spPr>
          <a:xfrm>
            <a:off x="6337636" y="2550206"/>
            <a:ext cx="5373180" cy="1364481"/>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3" name="Picture 2" descr="A logo with red text&#10;&#10;Description automatically generated">
            <a:extLst>
              <a:ext uri="{FF2B5EF4-FFF2-40B4-BE49-F238E27FC236}">
                <a16:creationId xmlns:a16="http://schemas.microsoft.com/office/drawing/2014/main" id="{8C7B44AA-E16B-A0C2-45CB-12D4D522BEEC}"/>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328426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ntent with illustr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04E44CCC-E53B-C816-0AF6-A82E41696FE1}"/>
              </a:ext>
            </a:extLst>
          </p:cNvPr>
          <p:cNvSpPr>
            <a:spLocks noGrp="1"/>
          </p:cNvSpPr>
          <p:nvPr>
            <p:ph idx="10"/>
          </p:nvPr>
        </p:nvSpPr>
        <p:spPr>
          <a:xfrm>
            <a:off x="479425" y="1768813"/>
            <a:ext cx="11229467" cy="2218988"/>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8" name="Picture 7">
            <a:extLst>
              <a:ext uri="{FF2B5EF4-FFF2-40B4-BE49-F238E27FC236}">
                <a16:creationId xmlns:a16="http://schemas.microsoft.com/office/drawing/2014/main" id="{C4875BB7-9D6E-E570-C4E3-C3C13014A21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06196" y="4292600"/>
            <a:ext cx="17529576" cy="2356421"/>
          </a:xfrm>
          <a:prstGeom prst="rect">
            <a:avLst/>
          </a:prstGeom>
        </p:spPr>
      </p:pic>
      <p:sp>
        <p:nvSpPr>
          <p:cNvPr id="12" name="Plassholder for innhold 2">
            <a:extLst>
              <a:ext uri="{FF2B5EF4-FFF2-40B4-BE49-F238E27FC236}">
                <a16:creationId xmlns:a16="http://schemas.microsoft.com/office/drawing/2014/main" id="{7E23B2CB-F9E5-9E1F-29CD-595EA17B09A2}"/>
              </a:ext>
            </a:extLst>
          </p:cNvPr>
          <p:cNvSpPr>
            <a:spLocks noGrp="1"/>
          </p:cNvSpPr>
          <p:nvPr>
            <p:ph idx="11"/>
          </p:nvPr>
        </p:nvSpPr>
        <p:spPr>
          <a:xfrm>
            <a:off x="479425" y="4292601"/>
            <a:ext cx="6937376" cy="1576184"/>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3" name="Picture 2" descr="A logo with red text&#10;&#10;Description automatically generated">
            <a:extLst>
              <a:ext uri="{FF2B5EF4-FFF2-40B4-BE49-F238E27FC236}">
                <a16:creationId xmlns:a16="http://schemas.microsoft.com/office/drawing/2014/main" id="{DE867546-092D-4755-4B29-3B6B980F3143}"/>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848719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2 subtitles and content with illustra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4875BB7-9D6E-E570-C4E3-C3C13014A21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18896" y="4296899"/>
            <a:ext cx="17529576" cy="2356421"/>
          </a:xfrm>
          <a:prstGeom prst="rect">
            <a:avLst/>
          </a:prstGeom>
        </p:spPr>
      </p:pic>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Text Placeholder 20">
            <a:extLst>
              <a:ext uri="{FF2B5EF4-FFF2-40B4-BE49-F238E27FC236}">
                <a16:creationId xmlns:a16="http://schemas.microsoft.com/office/drawing/2014/main" id="{CA05FA02-5B1B-484F-0970-2DDA6CA40557}"/>
              </a:ext>
            </a:extLst>
          </p:cNvPr>
          <p:cNvSpPr>
            <a:spLocks noGrp="1"/>
          </p:cNvSpPr>
          <p:nvPr>
            <p:ph type="body" idx="22" hasCustomPrompt="1"/>
          </p:nvPr>
        </p:nvSpPr>
        <p:spPr>
          <a:xfrm>
            <a:off x="477659" y="1768813"/>
            <a:ext cx="11233150" cy="515302"/>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 name="Plassholder for innhold 2">
            <a:extLst>
              <a:ext uri="{FF2B5EF4-FFF2-40B4-BE49-F238E27FC236}">
                <a16:creationId xmlns:a16="http://schemas.microsoft.com/office/drawing/2014/main" id="{E53064B8-63D1-789A-F10C-5F9683E28D6C}"/>
              </a:ext>
            </a:extLst>
          </p:cNvPr>
          <p:cNvSpPr>
            <a:spLocks noGrp="1"/>
          </p:cNvSpPr>
          <p:nvPr>
            <p:ph idx="23"/>
          </p:nvPr>
        </p:nvSpPr>
        <p:spPr>
          <a:xfrm>
            <a:off x="477659" y="2550206"/>
            <a:ext cx="11233149"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1" name="Text Placeholder 20">
            <a:extLst>
              <a:ext uri="{FF2B5EF4-FFF2-40B4-BE49-F238E27FC236}">
                <a16:creationId xmlns:a16="http://schemas.microsoft.com/office/drawing/2014/main" id="{1CF77D75-D111-F9C3-AAF5-EB56D743C4C7}"/>
              </a:ext>
            </a:extLst>
          </p:cNvPr>
          <p:cNvSpPr>
            <a:spLocks noGrp="1"/>
          </p:cNvSpPr>
          <p:nvPr>
            <p:ph type="body" idx="28" hasCustomPrompt="1"/>
          </p:nvPr>
        </p:nvSpPr>
        <p:spPr>
          <a:xfrm>
            <a:off x="479425" y="4128846"/>
            <a:ext cx="6721474" cy="515302"/>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3" name="Plassholder for innhold 2">
            <a:extLst>
              <a:ext uri="{FF2B5EF4-FFF2-40B4-BE49-F238E27FC236}">
                <a16:creationId xmlns:a16="http://schemas.microsoft.com/office/drawing/2014/main" id="{D0B1ED68-A589-BDD6-AC94-677DE39CA4E6}"/>
              </a:ext>
            </a:extLst>
          </p:cNvPr>
          <p:cNvSpPr>
            <a:spLocks noGrp="1"/>
          </p:cNvSpPr>
          <p:nvPr>
            <p:ph idx="29"/>
          </p:nvPr>
        </p:nvSpPr>
        <p:spPr>
          <a:xfrm>
            <a:off x="479425" y="4913885"/>
            <a:ext cx="6721474" cy="953711"/>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5" name="Picture 4" descr="A logo with red text&#10;&#10;Description automatically generated">
            <a:extLst>
              <a:ext uri="{FF2B5EF4-FFF2-40B4-BE49-F238E27FC236}">
                <a16:creationId xmlns:a16="http://schemas.microsoft.com/office/drawing/2014/main" id="{02AA5840-E925-A823-D264-51243546817F}"/>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556177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Plassholder for innhold 2">
            <a:extLst>
              <a:ext uri="{FF2B5EF4-FFF2-40B4-BE49-F238E27FC236}">
                <a16:creationId xmlns:a16="http://schemas.microsoft.com/office/drawing/2014/main" id="{AA467F0A-102F-E0C7-8928-4CA751FF29F0}"/>
              </a:ext>
            </a:extLst>
          </p:cNvPr>
          <p:cNvSpPr>
            <a:spLocks noGrp="1"/>
          </p:cNvSpPr>
          <p:nvPr>
            <p:ph idx="11"/>
          </p:nvPr>
        </p:nvSpPr>
        <p:spPr>
          <a:xfrm>
            <a:off x="479425" y="1768812"/>
            <a:ext cx="3531354" cy="4572554"/>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330299" y="1768812"/>
            <a:ext cx="3531354" cy="4572552"/>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innhold 2">
            <a:extLst>
              <a:ext uri="{FF2B5EF4-FFF2-40B4-BE49-F238E27FC236}">
                <a16:creationId xmlns:a16="http://schemas.microsoft.com/office/drawing/2014/main" id="{19526F79-8BA0-54CF-8870-5580A0BEDB70}"/>
              </a:ext>
            </a:extLst>
          </p:cNvPr>
          <p:cNvSpPr>
            <a:spLocks noGrp="1"/>
          </p:cNvSpPr>
          <p:nvPr>
            <p:ph idx="20"/>
          </p:nvPr>
        </p:nvSpPr>
        <p:spPr>
          <a:xfrm>
            <a:off x="8181173" y="1768812"/>
            <a:ext cx="3531401" cy="4572552"/>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6" name="Picture 5" descr="A logo with red text&#10;&#10;Description automatically generated">
            <a:extLst>
              <a:ext uri="{FF2B5EF4-FFF2-40B4-BE49-F238E27FC236}">
                <a16:creationId xmlns:a16="http://schemas.microsoft.com/office/drawing/2014/main" id="{17D34340-E748-5D0F-4AEF-68EF39837297}"/>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135560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subtitle - 3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Plassholder for innhold 2">
            <a:extLst>
              <a:ext uri="{FF2B5EF4-FFF2-40B4-BE49-F238E27FC236}">
                <a16:creationId xmlns:a16="http://schemas.microsoft.com/office/drawing/2014/main" id="{AA467F0A-102F-E0C7-8928-4CA751FF29F0}"/>
              </a:ext>
            </a:extLst>
          </p:cNvPr>
          <p:cNvSpPr>
            <a:spLocks noGrp="1"/>
          </p:cNvSpPr>
          <p:nvPr>
            <p:ph idx="11"/>
          </p:nvPr>
        </p:nvSpPr>
        <p:spPr>
          <a:xfrm>
            <a:off x="479425" y="2550206"/>
            <a:ext cx="3531354" cy="3791160"/>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330299" y="2550204"/>
            <a:ext cx="3531354" cy="3791160"/>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innhold 2">
            <a:extLst>
              <a:ext uri="{FF2B5EF4-FFF2-40B4-BE49-F238E27FC236}">
                <a16:creationId xmlns:a16="http://schemas.microsoft.com/office/drawing/2014/main" id="{19526F79-8BA0-54CF-8870-5580A0BEDB70}"/>
              </a:ext>
            </a:extLst>
          </p:cNvPr>
          <p:cNvSpPr>
            <a:spLocks noGrp="1"/>
          </p:cNvSpPr>
          <p:nvPr>
            <p:ph idx="20"/>
          </p:nvPr>
        </p:nvSpPr>
        <p:spPr>
          <a:xfrm>
            <a:off x="8181173" y="2550204"/>
            <a:ext cx="3531401" cy="3791160"/>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5" name="Text Placeholder 20">
            <a:extLst>
              <a:ext uri="{FF2B5EF4-FFF2-40B4-BE49-F238E27FC236}">
                <a16:creationId xmlns:a16="http://schemas.microsoft.com/office/drawing/2014/main" id="{C76A5EB6-BF9E-8B2B-75C8-0B6228C96E46}"/>
              </a:ext>
            </a:extLst>
          </p:cNvPr>
          <p:cNvSpPr>
            <a:spLocks noGrp="1"/>
          </p:cNvSpPr>
          <p:nvPr>
            <p:ph type="body" idx="21" hasCustomPrompt="1"/>
          </p:nvPr>
        </p:nvSpPr>
        <p:spPr>
          <a:xfrm>
            <a:off x="479425"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Text Placeholder 20">
            <a:extLst>
              <a:ext uri="{FF2B5EF4-FFF2-40B4-BE49-F238E27FC236}">
                <a16:creationId xmlns:a16="http://schemas.microsoft.com/office/drawing/2014/main" id="{1BA24D7D-E507-FB1B-E1AA-217190543115}"/>
              </a:ext>
            </a:extLst>
          </p:cNvPr>
          <p:cNvSpPr>
            <a:spLocks noGrp="1"/>
          </p:cNvSpPr>
          <p:nvPr>
            <p:ph type="body" idx="22" hasCustomPrompt="1"/>
          </p:nvPr>
        </p:nvSpPr>
        <p:spPr>
          <a:xfrm>
            <a:off x="4330299"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Text Placeholder 20">
            <a:extLst>
              <a:ext uri="{FF2B5EF4-FFF2-40B4-BE49-F238E27FC236}">
                <a16:creationId xmlns:a16="http://schemas.microsoft.com/office/drawing/2014/main" id="{E7FF3685-F7DF-1D4B-C3BB-FCD97E2A2630}"/>
              </a:ext>
            </a:extLst>
          </p:cNvPr>
          <p:cNvSpPr>
            <a:spLocks noGrp="1"/>
          </p:cNvSpPr>
          <p:nvPr>
            <p:ph type="body" idx="23" hasCustomPrompt="1"/>
          </p:nvPr>
        </p:nvSpPr>
        <p:spPr>
          <a:xfrm>
            <a:off x="8181220"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10" name="Picture 9" descr="A logo with red text&#10;&#10;Description automatically generated">
            <a:extLst>
              <a:ext uri="{FF2B5EF4-FFF2-40B4-BE49-F238E27FC236}">
                <a16:creationId xmlns:a16="http://schemas.microsoft.com/office/drawing/2014/main" id="{16588977-442E-2722-F8A5-B2C284591A89}"/>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4205434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3 columns with illustra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0F0B5-F488-0FD4-A3CB-1128A31AD01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13363" y="4148889"/>
            <a:ext cx="25977063" cy="2267211"/>
          </a:xfrm>
          <a:prstGeom prst="rect">
            <a:avLst/>
          </a:prstGeom>
        </p:spPr>
      </p:pic>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Plassholder for innhold 2">
            <a:extLst>
              <a:ext uri="{FF2B5EF4-FFF2-40B4-BE49-F238E27FC236}">
                <a16:creationId xmlns:a16="http://schemas.microsoft.com/office/drawing/2014/main" id="{AA467F0A-102F-E0C7-8928-4CA751FF29F0}"/>
              </a:ext>
            </a:extLst>
          </p:cNvPr>
          <p:cNvSpPr>
            <a:spLocks noGrp="1"/>
          </p:cNvSpPr>
          <p:nvPr>
            <p:ph idx="11"/>
          </p:nvPr>
        </p:nvSpPr>
        <p:spPr>
          <a:xfrm>
            <a:off x="479425" y="1768811"/>
            <a:ext cx="3531354" cy="4149391"/>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330299" y="1768812"/>
            <a:ext cx="3531354" cy="4149388"/>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innhold 2">
            <a:extLst>
              <a:ext uri="{FF2B5EF4-FFF2-40B4-BE49-F238E27FC236}">
                <a16:creationId xmlns:a16="http://schemas.microsoft.com/office/drawing/2014/main" id="{19526F79-8BA0-54CF-8870-5580A0BEDB70}"/>
              </a:ext>
            </a:extLst>
          </p:cNvPr>
          <p:cNvSpPr>
            <a:spLocks noGrp="1"/>
          </p:cNvSpPr>
          <p:nvPr>
            <p:ph idx="20"/>
          </p:nvPr>
        </p:nvSpPr>
        <p:spPr>
          <a:xfrm>
            <a:off x="8181173" y="1768811"/>
            <a:ext cx="3531401" cy="2079299"/>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6" name="Picture 5" descr="A logo with red text&#10;&#10;Description automatically generated">
            <a:extLst>
              <a:ext uri="{FF2B5EF4-FFF2-40B4-BE49-F238E27FC236}">
                <a16:creationId xmlns:a16="http://schemas.microsoft.com/office/drawing/2014/main" id="{B5CBEBC8-C31D-E56D-D3F2-A37B72AA51ED}"/>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350791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 3 columns with illustra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0F0B5-F488-0FD4-A3CB-1128A31AD01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13363" y="4148889"/>
            <a:ext cx="25977063" cy="2267211"/>
          </a:xfrm>
          <a:prstGeom prst="rect">
            <a:avLst/>
          </a:prstGeom>
        </p:spPr>
      </p:pic>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Plassholder for innhold 2">
            <a:extLst>
              <a:ext uri="{FF2B5EF4-FFF2-40B4-BE49-F238E27FC236}">
                <a16:creationId xmlns:a16="http://schemas.microsoft.com/office/drawing/2014/main" id="{AA467F0A-102F-E0C7-8928-4CA751FF29F0}"/>
              </a:ext>
            </a:extLst>
          </p:cNvPr>
          <p:cNvSpPr>
            <a:spLocks noGrp="1"/>
          </p:cNvSpPr>
          <p:nvPr>
            <p:ph idx="11"/>
          </p:nvPr>
        </p:nvSpPr>
        <p:spPr>
          <a:xfrm>
            <a:off x="479425" y="2550206"/>
            <a:ext cx="3531354" cy="336799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330299" y="2550204"/>
            <a:ext cx="3531354" cy="336799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innhold 2">
            <a:extLst>
              <a:ext uri="{FF2B5EF4-FFF2-40B4-BE49-F238E27FC236}">
                <a16:creationId xmlns:a16="http://schemas.microsoft.com/office/drawing/2014/main" id="{19526F79-8BA0-54CF-8870-5580A0BEDB70}"/>
              </a:ext>
            </a:extLst>
          </p:cNvPr>
          <p:cNvSpPr>
            <a:spLocks noGrp="1"/>
          </p:cNvSpPr>
          <p:nvPr>
            <p:ph idx="20"/>
          </p:nvPr>
        </p:nvSpPr>
        <p:spPr>
          <a:xfrm>
            <a:off x="8181173" y="2550204"/>
            <a:ext cx="3531401" cy="129790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5" name="Text Placeholder 20">
            <a:extLst>
              <a:ext uri="{FF2B5EF4-FFF2-40B4-BE49-F238E27FC236}">
                <a16:creationId xmlns:a16="http://schemas.microsoft.com/office/drawing/2014/main" id="{C76A5EB6-BF9E-8B2B-75C8-0B6228C96E46}"/>
              </a:ext>
            </a:extLst>
          </p:cNvPr>
          <p:cNvSpPr>
            <a:spLocks noGrp="1"/>
          </p:cNvSpPr>
          <p:nvPr>
            <p:ph type="body" idx="21" hasCustomPrompt="1"/>
          </p:nvPr>
        </p:nvSpPr>
        <p:spPr>
          <a:xfrm>
            <a:off x="479425"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Text Placeholder 20">
            <a:extLst>
              <a:ext uri="{FF2B5EF4-FFF2-40B4-BE49-F238E27FC236}">
                <a16:creationId xmlns:a16="http://schemas.microsoft.com/office/drawing/2014/main" id="{1BA24D7D-E507-FB1B-E1AA-217190543115}"/>
              </a:ext>
            </a:extLst>
          </p:cNvPr>
          <p:cNvSpPr>
            <a:spLocks noGrp="1"/>
          </p:cNvSpPr>
          <p:nvPr>
            <p:ph type="body" idx="22" hasCustomPrompt="1"/>
          </p:nvPr>
        </p:nvSpPr>
        <p:spPr>
          <a:xfrm>
            <a:off x="4330299"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Text Placeholder 20">
            <a:extLst>
              <a:ext uri="{FF2B5EF4-FFF2-40B4-BE49-F238E27FC236}">
                <a16:creationId xmlns:a16="http://schemas.microsoft.com/office/drawing/2014/main" id="{E7FF3685-F7DF-1D4B-C3BB-FCD97E2A2630}"/>
              </a:ext>
            </a:extLst>
          </p:cNvPr>
          <p:cNvSpPr>
            <a:spLocks noGrp="1"/>
          </p:cNvSpPr>
          <p:nvPr>
            <p:ph type="body" idx="23" hasCustomPrompt="1"/>
          </p:nvPr>
        </p:nvSpPr>
        <p:spPr>
          <a:xfrm>
            <a:off x="8181220" y="1768812"/>
            <a:ext cx="3531354"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11" name="Picture 10" descr="A logo with red text&#10;&#10;Description automatically generated">
            <a:extLst>
              <a:ext uri="{FF2B5EF4-FFF2-40B4-BE49-F238E27FC236}">
                <a16:creationId xmlns:a16="http://schemas.microsoft.com/office/drawing/2014/main" id="{4E922526-EC2D-004D-D3DC-E1C5FE6DAF6F}"/>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5672194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4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15B1FC0C-C103-50C4-4579-9FAC26F3B96F}"/>
              </a:ext>
            </a:extLst>
          </p:cNvPr>
          <p:cNvSpPr>
            <a:spLocks noGrp="1"/>
          </p:cNvSpPr>
          <p:nvPr>
            <p:ph idx="1"/>
          </p:nvPr>
        </p:nvSpPr>
        <p:spPr>
          <a:xfrm>
            <a:off x="479425" y="1761936"/>
            <a:ext cx="2613399" cy="4579429"/>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Plassholder for innhold 2">
            <a:extLst>
              <a:ext uri="{FF2B5EF4-FFF2-40B4-BE49-F238E27FC236}">
                <a16:creationId xmlns:a16="http://schemas.microsoft.com/office/drawing/2014/main" id="{E0549357-9490-9854-1934-63A96613BE7A}"/>
              </a:ext>
            </a:extLst>
          </p:cNvPr>
          <p:cNvSpPr>
            <a:spLocks noGrp="1"/>
          </p:cNvSpPr>
          <p:nvPr>
            <p:ph idx="21"/>
          </p:nvPr>
        </p:nvSpPr>
        <p:spPr>
          <a:xfrm>
            <a:off x="3352585" y="1761935"/>
            <a:ext cx="2613600" cy="4579429"/>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8" name="Plassholder for innhold 2">
            <a:extLst>
              <a:ext uri="{FF2B5EF4-FFF2-40B4-BE49-F238E27FC236}">
                <a16:creationId xmlns:a16="http://schemas.microsoft.com/office/drawing/2014/main" id="{2D87A996-672C-6E1D-BDEF-58A605591292}"/>
              </a:ext>
            </a:extLst>
          </p:cNvPr>
          <p:cNvSpPr>
            <a:spLocks noGrp="1"/>
          </p:cNvSpPr>
          <p:nvPr>
            <p:ph idx="22"/>
          </p:nvPr>
        </p:nvSpPr>
        <p:spPr>
          <a:xfrm>
            <a:off x="6225946" y="1761934"/>
            <a:ext cx="2613434" cy="4579429"/>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innhold 2">
            <a:extLst>
              <a:ext uri="{FF2B5EF4-FFF2-40B4-BE49-F238E27FC236}">
                <a16:creationId xmlns:a16="http://schemas.microsoft.com/office/drawing/2014/main" id="{337DBC12-D59A-2E6B-947B-B331785A7605}"/>
              </a:ext>
            </a:extLst>
          </p:cNvPr>
          <p:cNvSpPr>
            <a:spLocks noGrp="1"/>
          </p:cNvSpPr>
          <p:nvPr>
            <p:ph idx="23"/>
          </p:nvPr>
        </p:nvSpPr>
        <p:spPr>
          <a:xfrm>
            <a:off x="9099141" y="1761934"/>
            <a:ext cx="2613434" cy="4579429"/>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2" name="Picture 1" descr="A logo with red text&#10;&#10;Description automatically generated">
            <a:extLst>
              <a:ext uri="{FF2B5EF4-FFF2-40B4-BE49-F238E27FC236}">
                <a16:creationId xmlns:a16="http://schemas.microsoft.com/office/drawing/2014/main" id="{EBD7E1E7-D379-6853-2419-C60B307D1461}"/>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8435603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 4 colum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Text Placeholder 20">
            <a:extLst>
              <a:ext uri="{FF2B5EF4-FFF2-40B4-BE49-F238E27FC236}">
                <a16:creationId xmlns:a16="http://schemas.microsoft.com/office/drawing/2014/main" id="{C76A5EB6-BF9E-8B2B-75C8-0B6228C96E46}"/>
              </a:ext>
            </a:extLst>
          </p:cNvPr>
          <p:cNvSpPr>
            <a:spLocks noGrp="1"/>
          </p:cNvSpPr>
          <p:nvPr>
            <p:ph type="body" idx="21" hasCustomPrompt="1"/>
          </p:nvPr>
        </p:nvSpPr>
        <p:spPr>
          <a:xfrm>
            <a:off x="479425" y="1768812"/>
            <a:ext cx="261339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Text Placeholder 20">
            <a:extLst>
              <a:ext uri="{FF2B5EF4-FFF2-40B4-BE49-F238E27FC236}">
                <a16:creationId xmlns:a16="http://schemas.microsoft.com/office/drawing/2014/main" id="{1BA24D7D-E507-FB1B-E1AA-217190543115}"/>
              </a:ext>
            </a:extLst>
          </p:cNvPr>
          <p:cNvSpPr>
            <a:spLocks noGrp="1"/>
          </p:cNvSpPr>
          <p:nvPr>
            <p:ph type="body" idx="22" hasCustomPrompt="1"/>
          </p:nvPr>
        </p:nvSpPr>
        <p:spPr>
          <a:xfrm>
            <a:off x="3352585" y="1768812"/>
            <a:ext cx="261339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Text Placeholder 20">
            <a:extLst>
              <a:ext uri="{FF2B5EF4-FFF2-40B4-BE49-F238E27FC236}">
                <a16:creationId xmlns:a16="http://schemas.microsoft.com/office/drawing/2014/main" id="{E7FF3685-F7DF-1D4B-C3BB-FCD97E2A2630}"/>
              </a:ext>
            </a:extLst>
          </p:cNvPr>
          <p:cNvSpPr>
            <a:spLocks noGrp="1"/>
          </p:cNvSpPr>
          <p:nvPr>
            <p:ph type="body" idx="23" hasCustomPrompt="1"/>
          </p:nvPr>
        </p:nvSpPr>
        <p:spPr>
          <a:xfrm>
            <a:off x="6225745" y="1768812"/>
            <a:ext cx="261339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6" name="Plassholder for innhold 2">
            <a:extLst>
              <a:ext uri="{FF2B5EF4-FFF2-40B4-BE49-F238E27FC236}">
                <a16:creationId xmlns:a16="http://schemas.microsoft.com/office/drawing/2014/main" id="{5E3CA20E-4685-8D48-93BC-3EFB1D24BCA4}"/>
              </a:ext>
            </a:extLst>
          </p:cNvPr>
          <p:cNvSpPr>
            <a:spLocks noGrp="1"/>
          </p:cNvSpPr>
          <p:nvPr>
            <p:ph idx="1"/>
          </p:nvPr>
        </p:nvSpPr>
        <p:spPr>
          <a:xfrm>
            <a:off x="479425" y="2550206"/>
            <a:ext cx="2613399" cy="3791157"/>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0" name="Plassholder for innhold 2">
            <a:extLst>
              <a:ext uri="{FF2B5EF4-FFF2-40B4-BE49-F238E27FC236}">
                <a16:creationId xmlns:a16="http://schemas.microsoft.com/office/drawing/2014/main" id="{5E890B02-797F-4802-08E2-688088BB292D}"/>
              </a:ext>
            </a:extLst>
          </p:cNvPr>
          <p:cNvSpPr>
            <a:spLocks noGrp="1"/>
          </p:cNvSpPr>
          <p:nvPr>
            <p:ph idx="24"/>
          </p:nvPr>
        </p:nvSpPr>
        <p:spPr>
          <a:xfrm>
            <a:off x="3352585" y="2550205"/>
            <a:ext cx="2613600" cy="3791157"/>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1" name="Plassholder for innhold 2">
            <a:extLst>
              <a:ext uri="{FF2B5EF4-FFF2-40B4-BE49-F238E27FC236}">
                <a16:creationId xmlns:a16="http://schemas.microsoft.com/office/drawing/2014/main" id="{3DFEC70B-42FD-B1DC-F8A8-A5091E4EFC62}"/>
              </a:ext>
            </a:extLst>
          </p:cNvPr>
          <p:cNvSpPr>
            <a:spLocks noGrp="1"/>
          </p:cNvSpPr>
          <p:nvPr>
            <p:ph idx="25"/>
          </p:nvPr>
        </p:nvSpPr>
        <p:spPr>
          <a:xfrm>
            <a:off x="6225946" y="2550204"/>
            <a:ext cx="2613434" cy="3791157"/>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2" name="Plassholder for innhold 2">
            <a:extLst>
              <a:ext uri="{FF2B5EF4-FFF2-40B4-BE49-F238E27FC236}">
                <a16:creationId xmlns:a16="http://schemas.microsoft.com/office/drawing/2014/main" id="{DFFB2F64-DB57-1A71-48FB-579938086A97}"/>
              </a:ext>
            </a:extLst>
          </p:cNvPr>
          <p:cNvSpPr>
            <a:spLocks noGrp="1"/>
          </p:cNvSpPr>
          <p:nvPr>
            <p:ph idx="26"/>
          </p:nvPr>
        </p:nvSpPr>
        <p:spPr>
          <a:xfrm>
            <a:off x="9099141" y="2550204"/>
            <a:ext cx="2613434" cy="3791157"/>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Text Placeholder 20">
            <a:extLst>
              <a:ext uri="{FF2B5EF4-FFF2-40B4-BE49-F238E27FC236}">
                <a16:creationId xmlns:a16="http://schemas.microsoft.com/office/drawing/2014/main" id="{779B2546-B780-2E9E-11B4-29BF86D78EF2}"/>
              </a:ext>
            </a:extLst>
          </p:cNvPr>
          <p:cNvSpPr>
            <a:spLocks noGrp="1"/>
          </p:cNvSpPr>
          <p:nvPr>
            <p:ph type="body" idx="27" hasCustomPrompt="1"/>
          </p:nvPr>
        </p:nvSpPr>
        <p:spPr>
          <a:xfrm>
            <a:off x="9099176" y="1769784"/>
            <a:ext cx="261339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2" name="Picture 1" descr="A logo with red text&#10;&#10;Description automatically generated">
            <a:extLst>
              <a:ext uri="{FF2B5EF4-FFF2-40B4-BE49-F238E27FC236}">
                <a16:creationId xmlns:a16="http://schemas.microsoft.com/office/drawing/2014/main" id="{BB6501EC-24BE-77FD-D5E6-9180738B1530}"/>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2441816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4 columns and illustr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5" name="Plassholder for innhold 2">
            <a:extLst>
              <a:ext uri="{FF2B5EF4-FFF2-40B4-BE49-F238E27FC236}">
                <a16:creationId xmlns:a16="http://schemas.microsoft.com/office/drawing/2014/main" id="{15B1FC0C-C103-50C4-4579-9FAC26F3B96F}"/>
              </a:ext>
            </a:extLst>
          </p:cNvPr>
          <p:cNvSpPr>
            <a:spLocks noGrp="1"/>
          </p:cNvSpPr>
          <p:nvPr>
            <p:ph idx="1"/>
          </p:nvPr>
        </p:nvSpPr>
        <p:spPr>
          <a:xfrm>
            <a:off x="479425" y="1761937"/>
            <a:ext cx="2613399" cy="272262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Plassholder for innhold 2">
            <a:extLst>
              <a:ext uri="{FF2B5EF4-FFF2-40B4-BE49-F238E27FC236}">
                <a16:creationId xmlns:a16="http://schemas.microsoft.com/office/drawing/2014/main" id="{E0549357-9490-9854-1934-63A96613BE7A}"/>
              </a:ext>
            </a:extLst>
          </p:cNvPr>
          <p:cNvSpPr>
            <a:spLocks noGrp="1"/>
          </p:cNvSpPr>
          <p:nvPr>
            <p:ph idx="21"/>
          </p:nvPr>
        </p:nvSpPr>
        <p:spPr>
          <a:xfrm>
            <a:off x="3352585" y="1761936"/>
            <a:ext cx="2613600" cy="429596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8" name="Plassholder for innhold 2">
            <a:extLst>
              <a:ext uri="{FF2B5EF4-FFF2-40B4-BE49-F238E27FC236}">
                <a16:creationId xmlns:a16="http://schemas.microsoft.com/office/drawing/2014/main" id="{2D87A996-672C-6E1D-BDEF-58A605591292}"/>
              </a:ext>
            </a:extLst>
          </p:cNvPr>
          <p:cNvSpPr>
            <a:spLocks noGrp="1"/>
          </p:cNvSpPr>
          <p:nvPr>
            <p:ph idx="22"/>
          </p:nvPr>
        </p:nvSpPr>
        <p:spPr>
          <a:xfrm>
            <a:off x="6225946" y="1761935"/>
            <a:ext cx="2613434" cy="429596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innhold 2">
            <a:extLst>
              <a:ext uri="{FF2B5EF4-FFF2-40B4-BE49-F238E27FC236}">
                <a16:creationId xmlns:a16="http://schemas.microsoft.com/office/drawing/2014/main" id="{337DBC12-D59A-2E6B-947B-B331785A7605}"/>
              </a:ext>
            </a:extLst>
          </p:cNvPr>
          <p:cNvSpPr>
            <a:spLocks noGrp="1"/>
          </p:cNvSpPr>
          <p:nvPr>
            <p:ph idx="23"/>
          </p:nvPr>
        </p:nvSpPr>
        <p:spPr>
          <a:xfrm>
            <a:off x="9099141" y="1761935"/>
            <a:ext cx="2613434" cy="4295966"/>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4" name="Picture 3">
            <a:extLst>
              <a:ext uri="{FF2B5EF4-FFF2-40B4-BE49-F238E27FC236}">
                <a16:creationId xmlns:a16="http://schemas.microsoft.com/office/drawing/2014/main" id="{C9BDDF65-A8AC-F96F-3EE2-AE7FBEEA84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0893" y="4785342"/>
            <a:ext cx="14267693" cy="1679000"/>
          </a:xfrm>
          <a:prstGeom prst="rect">
            <a:avLst/>
          </a:prstGeom>
        </p:spPr>
      </p:pic>
      <p:pic>
        <p:nvPicPr>
          <p:cNvPr id="2" name="Picture 1" descr="A logo with red text&#10;&#10;Description automatically generated">
            <a:extLst>
              <a:ext uri="{FF2B5EF4-FFF2-40B4-BE49-F238E27FC236}">
                <a16:creationId xmlns:a16="http://schemas.microsoft.com/office/drawing/2014/main" id="{19B73306-3697-AE3B-49BE-1B2EBEB99708}"/>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611769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 4 columns and illustr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4C9BB-B186-DCCA-946B-D1B2815B92F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6" name="Plassholder for innhold 2">
            <a:extLst>
              <a:ext uri="{FF2B5EF4-FFF2-40B4-BE49-F238E27FC236}">
                <a16:creationId xmlns:a16="http://schemas.microsoft.com/office/drawing/2014/main" id="{E0549357-9490-9854-1934-63A96613BE7A}"/>
              </a:ext>
            </a:extLst>
          </p:cNvPr>
          <p:cNvSpPr>
            <a:spLocks noGrp="1"/>
          </p:cNvSpPr>
          <p:nvPr>
            <p:ph idx="21"/>
          </p:nvPr>
        </p:nvSpPr>
        <p:spPr>
          <a:xfrm>
            <a:off x="3352585" y="2550206"/>
            <a:ext cx="2613600" cy="3507695"/>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8" name="Plassholder for innhold 2">
            <a:extLst>
              <a:ext uri="{FF2B5EF4-FFF2-40B4-BE49-F238E27FC236}">
                <a16:creationId xmlns:a16="http://schemas.microsoft.com/office/drawing/2014/main" id="{2D87A996-672C-6E1D-BDEF-58A605591292}"/>
              </a:ext>
            </a:extLst>
          </p:cNvPr>
          <p:cNvSpPr>
            <a:spLocks noGrp="1"/>
          </p:cNvSpPr>
          <p:nvPr>
            <p:ph idx="22"/>
          </p:nvPr>
        </p:nvSpPr>
        <p:spPr>
          <a:xfrm>
            <a:off x="6225946" y="2550205"/>
            <a:ext cx="2613434" cy="3507695"/>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innhold 2">
            <a:extLst>
              <a:ext uri="{FF2B5EF4-FFF2-40B4-BE49-F238E27FC236}">
                <a16:creationId xmlns:a16="http://schemas.microsoft.com/office/drawing/2014/main" id="{337DBC12-D59A-2E6B-947B-B331785A7605}"/>
              </a:ext>
            </a:extLst>
          </p:cNvPr>
          <p:cNvSpPr>
            <a:spLocks noGrp="1"/>
          </p:cNvSpPr>
          <p:nvPr>
            <p:ph idx="23"/>
          </p:nvPr>
        </p:nvSpPr>
        <p:spPr>
          <a:xfrm>
            <a:off x="9099141" y="2550205"/>
            <a:ext cx="2613434" cy="3507695"/>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4" name="Picture 3">
            <a:extLst>
              <a:ext uri="{FF2B5EF4-FFF2-40B4-BE49-F238E27FC236}">
                <a16:creationId xmlns:a16="http://schemas.microsoft.com/office/drawing/2014/main" id="{C9BDDF65-A8AC-F96F-3EE2-AE7FBEEA84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0893" y="4785342"/>
            <a:ext cx="14267693" cy="1679000"/>
          </a:xfrm>
          <a:prstGeom prst="rect">
            <a:avLst/>
          </a:prstGeom>
        </p:spPr>
      </p:pic>
      <p:sp>
        <p:nvSpPr>
          <p:cNvPr id="2" name="Text Placeholder 20">
            <a:extLst>
              <a:ext uri="{FF2B5EF4-FFF2-40B4-BE49-F238E27FC236}">
                <a16:creationId xmlns:a16="http://schemas.microsoft.com/office/drawing/2014/main" id="{B6F55150-5C9F-2D13-D662-893AAED2DC97}"/>
              </a:ext>
            </a:extLst>
          </p:cNvPr>
          <p:cNvSpPr>
            <a:spLocks noGrp="1"/>
          </p:cNvSpPr>
          <p:nvPr>
            <p:ph type="body" idx="24" hasCustomPrompt="1"/>
          </p:nvPr>
        </p:nvSpPr>
        <p:spPr>
          <a:xfrm>
            <a:off x="479425" y="1768812"/>
            <a:ext cx="2613399" cy="514331"/>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 name="Text Placeholder 20">
            <a:extLst>
              <a:ext uri="{FF2B5EF4-FFF2-40B4-BE49-F238E27FC236}">
                <a16:creationId xmlns:a16="http://schemas.microsoft.com/office/drawing/2014/main" id="{6A9A0E88-121A-EFDB-BA91-7182CD47EBBD}"/>
              </a:ext>
            </a:extLst>
          </p:cNvPr>
          <p:cNvSpPr>
            <a:spLocks noGrp="1"/>
          </p:cNvSpPr>
          <p:nvPr>
            <p:ph type="body" idx="25" hasCustomPrompt="1"/>
          </p:nvPr>
        </p:nvSpPr>
        <p:spPr>
          <a:xfrm>
            <a:off x="3352585" y="1768812"/>
            <a:ext cx="2613399" cy="514331"/>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0" name="Text Placeholder 20">
            <a:extLst>
              <a:ext uri="{FF2B5EF4-FFF2-40B4-BE49-F238E27FC236}">
                <a16:creationId xmlns:a16="http://schemas.microsoft.com/office/drawing/2014/main" id="{40DC720C-6E16-9375-28D1-9DD1546FE06A}"/>
              </a:ext>
            </a:extLst>
          </p:cNvPr>
          <p:cNvSpPr>
            <a:spLocks noGrp="1"/>
          </p:cNvSpPr>
          <p:nvPr>
            <p:ph type="body" idx="26" hasCustomPrompt="1"/>
          </p:nvPr>
        </p:nvSpPr>
        <p:spPr>
          <a:xfrm>
            <a:off x="6225745" y="1768812"/>
            <a:ext cx="2613399" cy="514331"/>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1" name="Plassholder for innhold 2">
            <a:extLst>
              <a:ext uri="{FF2B5EF4-FFF2-40B4-BE49-F238E27FC236}">
                <a16:creationId xmlns:a16="http://schemas.microsoft.com/office/drawing/2014/main" id="{E005784E-AB1E-F8CB-22F2-7045F2048478}"/>
              </a:ext>
            </a:extLst>
          </p:cNvPr>
          <p:cNvSpPr>
            <a:spLocks noGrp="1"/>
          </p:cNvSpPr>
          <p:nvPr>
            <p:ph idx="27"/>
          </p:nvPr>
        </p:nvSpPr>
        <p:spPr>
          <a:xfrm>
            <a:off x="479425" y="2550206"/>
            <a:ext cx="2613399" cy="1934355"/>
          </a:xfrm>
        </p:spPr>
        <p:txBody>
          <a:bodyPr/>
          <a:lstStyle>
            <a:lvl1pPr>
              <a:lnSpc>
                <a:spcPts val="2120"/>
              </a:lnSpc>
              <a:defRPr sz="1600">
                <a:solidFill>
                  <a:schemeClr val="tx1"/>
                </a:solidFill>
                <a:latin typeface="Montserrat" pitchFamily="2" charset="77"/>
              </a:defRPr>
            </a:lvl1pPr>
            <a:lvl2pPr>
              <a:lnSpc>
                <a:spcPts val="2120"/>
              </a:lnSpc>
              <a:defRPr sz="1600">
                <a:solidFill>
                  <a:schemeClr val="tx1"/>
                </a:solidFill>
                <a:latin typeface="Montserrat" pitchFamily="2" charset="77"/>
              </a:defRPr>
            </a:lvl2pPr>
            <a:lvl3pPr>
              <a:lnSpc>
                <a:spcPts val="2120"/>
              </a:lnSpc>
              <a:defRPr sz="1400">
                <a:solidFill>
                  <a:schemeClr val="tx1"/>
                </a:solidFill>
                <a:latin typeface="Montserrat" pitchFamily="2" charset="77"/>
              </a:defRPr>
            </a:lvl3pPr>
            <a:lvl4pPr>
              <a:lnSpc>
                <a:spcPts val="2120"/>
              </a:lnSpc>
              <a:defRPr sz="1200">
                <a:solidFill>
                  <a:schemeClr val="tx1"/>
                </a:solidFill>
                <a:latin typeface="Montserrat" pitchFamily="2" charset="77"/>
              </a:defRPr>
            </a:lvl4pPr>
            <a:lvl5pPr>
              <a:lnSpc>
                <a:spcPts val="2120"/>
              </a:lnSpc>
              <a:defRPr sz="120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2" name="Text Placeholder 20">
            <a:extLst>
              <a:ext uri="{FF2B5EF4-FFF2-40B4-BE49-F238E27FC236}">
                <a16:creationId xmlns:a16="http://schemas.microsoft.com/office/drawing/2014/main" id="{B127138D-FDDE-D4A5-9885-BDDF895631E6}"/>
              </a:ext>
            </a:extLst>
          </p:cNvPr>
          <p:cNvSpPr>
            <a:spLocks noGrp="1"/>
          </p:cNvSpPr>
          <p:nvPr>
            <p:ph type="body" idx="28" hasCustomPrompt="1"/>
          </p:nvPr>
        </p:nvSpPr>
        <p:spPr>
          <a:xfrm>
            <a:off x="9099176" y="1769784"/>
            <a:ext cx="2613399" cy="514331"/>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5" name="Picture 4" descr="A logo with red text&#10;&#10;Description automatically generated">
            <a:extLst>
              <a:ext uri="{FF2B5EF4-FFF2-40B4-BE49-F238E27FC236}">
                <a16:creationId xmlns:a16="http://schemas.microsoft.com/office/drawing/2014/main" id="{18A9DB5B-C866-3064-D314-9242317A1594}"/>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4383245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image grid">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C048FE8A-8689-B14F-8013-19A8EDB4B45C}"/>
              </a:ext>
            </a:extLst>
          </p:cNvPr>
          <p:cNvSpPr>
            <a:spLocks noGrp="1"/>
          </p:cNvSpPr>
          <p:nvPr>
            <p:ph sz="half" idx="1"/>
          </p:nvPr>
        </p:nvSpPr>
        <p:spPr>
          <a:xfrm>
            <a:off x="479376" y="1756308"/>
            <a:ext cx="2613600" cy="21564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8" name="Plassholder for innhold 2">
            <a:extLst>
              <a:ext uri="{FF2B5EF4-FFF2-40B4-BE49-F238E27FC236}">
                <a16:creationId xmlns:a16="http://schemas.microsoft.com/office/drawing/2014/main" id="{1F40347E-1EBB-A34D-98B4-BD613F55CF9D}"/>
              </a:ext>
            </a:extLst>
          </p:cNvPr>
          <p:cNvSpPr>
            <a:spLocks noGrp="1"/>
          </p:cNvSpPr>
          <p:nvPr>
            <p:ph sz="half" idx="13"/>
          </p:nvPr>
        </p:nvSpPr>
        <p:spPr>
          <a:xfrm>
            <a:off x="3352576" y="1756308"/>
            <a:ext cx="2613600" cy="21564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9" name="Plassholder for innhold 2">
            <a:extLst>
              <a:ext uri="{FF2B5EF4-FFF2-40B4-BE49-F238E27FC236}">
                <a16:creationId xmlns:a16="http://schemas.microsoft.com/office/drawing/2014/main" id="{CF643CA5-28CC-0749-8582-79A15D9573DE}"/>
              </a:ext>
            </a:extLst>
          </p:cNvPr>
          <p:cNvSpPr>
            <a:spLocks noGrp="1"/>
          </p:cNvSpPr>
          <p:nvPr>
            <p:ph sz="half" idx="14"/>
          </p:nvPr>
        </p:nvSpPr>
        <p:spPr>
          <a:xfrm>
            <a:off x="6225776" y="1756309"/>
            <a:ext cx="2613600" cy="21564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0" name="Plassholder for innhold 2">
            <a:extLst>
              <a:ext uri="{FF2B5EF4-FFF2-40B4-BE49-F238E27FC236}">
                <a16:creationId xmlns:a16="http://schemas.microsoft.com/office/drawing/2014/main" id="{241D183E-FEEB-F74D-BA79-B72451199EC5}"/>
              </a:ext>
            </a:extLst>
          </p:cNvPr>
          <p:cNvSpPr>
            <a:spLocks noGrp="1"/>
          </p:cNvSpPr>
          <p:nvPr>
            <p:ph sz="half" idx="15"/>
          </p:nvPr>
        </p:nvSpPr>
        <p:spPr>
          <a:xfrm>
            <a:off x="9098975" y="1756309"/>
            <a:ext cx="2613600" cy="21564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4" name="Plassholder for innhold 2">
            <a:extLst>
              <a:ext uri="{FF2B5EF4-FFF2-40B4-BE49-F238E27FC236}">
                <a16:creationId xmlns:a16="http://schemas.microsoft.com/office/drawing/2014/main" id="{1A3262AC-DA45-F74C-9853-DC8CE296C57D}"/>
              </a:ext>
            </a:extLst>
          </p:cNvPr>
          <p:cNvSpPr>
            <a:spLocks noGrp="1"/>
          </p:cNvSpPr>
          <p:nvPr>
            <p:ph sz="half" idx="19"/>
          </p:nvPr>
        </p:nvSpPr>
        <p:spPr>
          <a:xfrm>
            <a:off x="482691" y="4185287"/>
            <a:ext cx="2613600" cy="2156078"/>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5" name="Plassholder for innhold 2">
            <a:extLst>
              <a:ext uri="{FF2B5EF4-FFF2-40B4-BE49-F238E27FC236}">
                <a16:creationId xmlns:a16="http://schemas.microsoft.com/office/drawing/2014/main" id="{5A9388D7-632A-A246-9989-697F1A9B5A3E}"/>
              </a:ext>
            </a:extLst>
          </p:cNvPr>
          <p:cNvSpPr>
            <a:spLocks noGrp="1"/>
          </p:cNvSpPr>
          <p:nvPr>
            <p:ph sz="half" idx="20"/>
          </p:nvPr>
        </p:nvSpPr>
        <p:spPr>
          <a:xfrm>
            <a:off x="3354786" y="4185287"/>
            <a:ext cx="2613600" cy="2156078"/>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6" name="Plassholder for innhold 2">
            <a:extLst>
              <a:ext uri="{FF2B5EF4-FFF2-40B4-BE49-F238E27FC236}">
                <a16:creationId xmlns:a16="http://schemas.microsoft.com/office/drawing/2014/main" id="{F17AFC99-B87F-DF42-8B4D-8320AA6640FA}"/>
              </a:ext>
            </a:extLst>
          </p:cNvPr>
          <p:cNvSpPr>
            <a:spLocks noGrp="1"/>
          </p:cNvSpPr>
          <p:nvPr>
            <p:ph sz="half" idx="21"/>
          </p:nvPr>
        </p:nvSpPr>
        <p:spPr>
          <a:xfrm>
            <a:off x="6226881" y="4189863"/>
            <a:ext cx="2613600" cy="2151501"/>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7" name="Plassholder for innhold 2">
            <a:extLst>
              <a:ext uri="{FF2B5EF4-FFF2-40B4-BE49-F238E27FC236}">
                <a16:creationId xmlns:a16="http://schemas.microsoft.com/office/drawing/2014/main" id="{29DF26C5-F945-024F-8037-427DC7700C11}"/>
              </a:ext>
            </a:extLst>
          </p:cNvPr>
          <p:cNvSpPr>
            <a:spLocks noGrp="1"/>
          </p:cNvSpPr>
          <p:nvPr>
            <p:ph sz="half" idx="22"/>
          </p:nvPr>
        </p:nvSpPr>
        <p:spPr>
          <a:xfrm>
            <a:off x="9098975" y="4189863"/>
            <a:ext cx="2613600" cy="2151501"/>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2" name="Title 6">
            <a:extLst>
              <a:ext uri="{FF2B5EF4-FFF2-40B4-BE49-F238E27FC236}">
                <a16:creationId xmlns:a16="http://schemas.microsoft.com/office/drawing/2014/main" id="{F30EDE8E-2B0E-1AE9-A1AC-673350C733DF}"/>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pic>
        <p:nvPicPr>
          <p:cNvPr id="4" name="Picture 3" descr="A logo with red text&#10;&#10;Description automatically generated">
            <a:extLst>
              <a:ext uri="{FF2B5EF4-FFF2-40B4-BE49-F238E27FC236}">
                <a16:creationId xmlns:a16="http://schemas.microsoft.com/office/drawing/2014/main" id="{EEE3B0D6-16FE-8F7E-6007-6506CED14609}"/>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202402620"/>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with 4 content options">
    <p:spTree>
      <p:nvGrpSpPr>
        <p:cNvPr id="1" name=""/>
        <p:cNvGrpSpPr/>
        <p:nvPr/>
      </p:nvGrpSpPr>
      <p:grpSpPr>
        <a:xfrm>
          <a:off x="0" y="0"/>
          <a:ext cx="0" cy="0"/>
          <a:chOff x="0" y="0"/>
          <a:chExt cx="0" cy="0"/>
        </a:xfrm>
      </p:grpSpPr>
      <p:sp>
        <p:nvSpPr>
          <p:cNvPr id="18" name="Plassholder for innhold 2">
            <a:extLst>
              <a:ext uri="{FF2B5EF4-FFF2-40B4-BE49-F238E27FC236}">
                <a16:creationId xmlns:a16="http://schemas.microsoft.com/office/drawing/2014/main" id="{1A1D5C0F-B7AE-2137-ECE9-15F6B0C68A84}"/>
              </a:ext>
            </a:extLst>
          </p:cNvPr>
          <p:cNvSpPr>
            <a:spLocks noGrp="1"/>
          </p:cNvSpPr>
          <p:nvPr>
            <p:ph sz="half" idx="12"/>
          </p:nvPr>
        </p:nvSpPr>
        <p:spPr>
          <a:xfrm>
            <a:off x="479375" y="1756309"/>
            <a:ext cx="5369911" cy="21600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9" name="Plassholder for innhold 2">
            <a:extLst>
              <a:ext uri="{FF2B5EF4-FFF2-40B4-BE49-F238E27FC236}">
                <a16:creationId xmlns:a16="http://schemas.microsoft.com/office/drawing/2014/main" id="{D4E1E265-0E79-6C11-1031-1F2905BAB057}"/>
              </a:ext>
            </a:extLst>
          </p:cNvPr>
          <p:cNvSpPr>
            <a:spLocks noGrp="1"/>
          </p:cNvSpPr>
          <p:nvPr>
            <p:ph sz="half" idx="19"/>
          </p:nvPr>
        </p:nvSpPr>
        <p:spPr>
          <a:xfrm>
            <a:off x="482690" y="4181364"/>
            <a:ext cx="5369911" cy="21600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1" name="Plassholder for innhold 2">
            <a:extLst>
              <a:ext uri="{FF2B5EF4-FFF2-40B4-BE49-F238E27FC236}">
                <a16:creationId xmlns:a16="http://schemas.microsoft.com/office/drawing/2014/main" id="{AB757D22-AE98-11BA-BA2D-1AA6C5EB1034}"/>
              </a:ext>
            </a:extLst>
          </p:cNvPr>
          <p:cNvSpPr>
            <a:spLocks noGrp="1"/>
          </p:cNvSpPr>
          <p:nvPr>
            <p:ph sz="half" idx="20"/>
          </p:nvPr>
        </p:nvSpPr>
        <p:spPr>
          <a:xfrm>
            <a:off x="6336084" y="1756309"/>
            <a:ext cx="5369911" cy="21600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22" name="Plassholder for innhold 2">
            <a:extLst>
              <a:ext uri="{FF2B5EF4-FFF2-40B4-BE49-F238E27FC236}">
                <a16:creationId xmlns:a16="http://schemas.microsoft.com/office/drawing/2014/main" id="{F74731C9-080C-AF67-3695-98B8204FE599}"/>
              </a:ext>
            </a:extLst>
          </p:cNvPr>
          <p:cNvSpPr>
            <a:spLocks noGrp="1"/>
          </p:cNvSpPr>
          <p:nvPr>
            <p:ph sz="half" idx="21"/>
          </p:nvPr>
        </p:nvSpPr>
        <p:spPr>
          <a:xfrm>
            <a:off x="6339399" y="4211463"/>
            <a:ext cx="5369911" cy="2129901"/>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pic>
        <p:nvPicPr>
          <p:cNvPr id="2" name="Picture 1" descr="A logo with red text&#10;&#10;Description automatically generated">
            <a:extLst>
              <a:ext uri="{FF2B5EF4-FFF2-40B4-BE49-F238E27FC236}">
                <a16:creationId xmlns:a16="http://schemas.microsoft.com/office/drawing/2014/main" id="{9319D825-677D-D8CD-B25A-04A92D08193D}"/>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9775817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subtitle with 4 content options">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Text Placeholder 20">
            <a:extLst>
              <a:ext uri="{FF2B5EF4-FFF2-40B4-BE49-F238E27FC236}">
                <a16:creationId xmlns:a16="http://schemas.microsoft.com/office/drawing/2014/main" id="{AD56A510-1DCE-41D0-2DBA-95593579051F}"/>
              </a:ext>
            </a:extLst>
          </p:cNvPr>
          <p:cNvSpPr>
            <a:spLocks noGrp="1"/>
          </p:cNvSpPr>
          <p:nvPr>
            <p:ph type="body" idx="22" hasCustomPrompt="1"/>
          </p:nvPr>
        </p:nvSpPr>
        <p:spPr>
          <a:xfrm>
            <a:off x="477660" y="1768812"/>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 name="Plassholder for innhold 2">
            <a:extLst>
              <a:ext uri="{FF2B5EF4-FFF2-40B4-BE49-F238E27FC236}">
                <a16:creationId xmlns:a16="http://schemas.microsoft.com/office/drawing/2014/main" id="{4A41A644-D13A-F23C-F8AE-F6717870B2D0}"/>
              </a:ext>
            </a:extLst>
          </p:cNvPr>
          <p:cNvSpPr>
            <a:spLocks noGrp="1"/>
          </p:cNvSpPr>
          <p:nvPr>
            <p:ph idx="23"/>
          </p:nvPr>
        </p:nvSpPr>
        <p:spPr>
          <a:xfrm>
            <a:off x="477660" y="2550206"/>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6" name="Text Placeholder 20">
            <a:extLst>
              <a:ext uri="{FF2B5EF4-FFF2-40B4-BE49-F238E27FC236}">
                <a16:creationId xmlns:a16="http://schemas.microsoft.com/office/drawing/2014/main" id="{87C15A66-3B06-AA18-2FD6-23F1379101B0}"/>
              </a:ext>
            </a:extLst>
          </p:cNvPr>
          <p:cNvSpPr>
            <a:spLocks noGrp="1"/>
          </p:cNvSpPr>
          <p:nvPr>
            <p:ph type="body" idx="24" hasCustomPrompt="1"/>
          </p:nvPr>
        </p:nvSpPr>
        <p:spPr>
          <a:xfrm>
            <a:off x="6337632" y="1768812"/>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7" name="Plassholder for innhold 2">
            <a:extLst>
              <a:ext uri="{FF2B5EF4-FFF2-40B4-BE49-F238E27FC236}">
                <a16:creationId xmlns:a16="http://schemas.microsoft.com/office/drawing/2014/main" id="{E33923F6-5339-5A4F-0C0C-2F48D295B9A8}"/>
              </a:ext>
            </a:extLst>
          </p:cNvPr>
          <p:cNvSpPr>
            <a:spLocks noGrp="1"/>
          </p:cNvSpPr>
          <p:nvPr>
            <p:ph idx="25"/>
          </p:nvPr>
        </p:nvSpPr>
        <p:spPr>
          <a:xfrm>
            <a:off x="6337633" y="2550206"/>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8" name="Text Placeholder 20">
            <a:extLst>
              <a:ext uri="{FF2B5EF4-FFF2-40B4-BE49-F238E27FC236}">
                <a16:creationId xmlns:a16="http://schemas.microsoft.com/office/drawing/2014/main" id="{864B5142-A6BF-08DC-9163-B2BFC392E32E}"/>
              </a:ext>
            </a:extLst>
          </p:cNvPr>
          <p:cNvSpPr>
            <a:spLocks noGrp="1"/>
          </p:cNvSpPr>
          <p:nvPr>
            <p:ph type="body" idx="26" hasCustomPrompt="1"/>
          </p:nvPr>
        </p:nvSpPr>
        <p:spPr>
          <a:xfrm>
            <a:off x="477660" y="4251067"/>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Plassholder for innhold 2">
            <a:extLst>
              <a:ext uri="{FF2B5EF4-FFF2-40B4-BE49-F238E27FC236}">
                <a16:creationId xmlns:a16="http://schemas.microsoft.com/office/drawing/2014/main" id="{2E02AE16-7BAA-C4B2-1637-E516F5674FFF}"/>
              </a:ext>
            </a:extLst>
          </p:cNvPr>
          <p:cNvSpPr>
            <a:spLocks noGrp="1"/>
          </p:cNvSpPr>
          <p:nvPr>
            <p:ph idx="27"/>
          </p:nvPr>
        </p:nvSpPr>
        <p:spPr>
          <a:xfrm>
            <a:off x="477660" y="5032461"/>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0" name="Text Placeholder 20">
            <a:extLst>
              <a:ext uri="{FF2B5EF4-FFF2-40B4-BE49-F238E27FC236}">
                <a16:creationId xmlns:a16="http://schemas.microsoft.com/office/drawing/2014/main" id="{F7F3C001-A5BF-843D-CA3D-1D7965B359AF}"/>
              </a:ext>
            </a:extLst>
          </p:cNvPr>
          <p:cNvSpPr>
            <a:spLocks noGrp="1"/>
          </p:cNvSpPr>
          <p:nvPr>
            <p:ph type="body" idx="28" hasCustomPrompt="1"/>
          </p:nvPr>
        </p:nvSpPr>
        <p:spPr>
          <a:xfrm>
            <a:off x="6337632" y="4251067"/>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1" name="Plassholder for innhold 2">
            <a:extLst>
              <a:ext uri="{FF2B5EF4-FFF2-40B4-BE49-F238E27FC236}">
                <a16:creationId xmlns:a16="http://schemas.microsoft.com/office/drawing/2014/main" id="{4F801815-018D-E2D4-3E53-DFE9C10C5D26}"/>
              </a:ext>
            </a:extLst>
          </p:cNvPr>
          <p:cNvSpPr>
            <a:spLocks noGrp="1"/>
          </p:cNvSpPr>
          <p:nvPr>
            <p:ph idx="29"/>
          </p:nvPr>
        </p:nvSpPr>
        <p:spPr>
          <a:xfrm>
            <a:off x="6337632" y="5032461"/>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2" name="TextBox 1">
            <a:extLst>
              <a:ext uri="{FF2B5EF4-FFF2-40B4-BE49-F238E27FC236}">
                <a16:creationId xmlns:a16="http://schemas.microsoft.com/office/drawing/2014/main" id="{D8AC529D-902D-0083-6859-9EB7A61CF9FD}"/>
              </a:ext>
            </a:extLst>
          </p:cNvPr>
          <p:cNvSpPr txBox="1"/>
          <p:nvPr userDrawn="1"/>
        </p:nvSpPr>
        <p:spPr>
          <a:xfrm>
            <a:off x="-3930555" y="7574507"/>
            <a:ext cx="184731" cy="369332"/>
          </a:xfrm>
          <a:prstGeom prst="rect">
            <a:avLst/>
          </a:prstGeom>
          <a:noFill/>
        </p:spPr>
        <p:txBody>
          <a:bodyPr wrap="none" rtlCol="0">
            <a:spAutoFit/>
          </a:bodyPr>
          <a:lstStyle/>
          <a:p>
            <a:endParaRPr lang="en-US" dirty="0"/>
          </a:p>
        </p:txBody>
      </p:sp>
      <p:pic>
        <p:nvPicPr>
          <p:cNvPr id="12" name="Picture 11" descr="A logo with red text&#10;&#10;Description automatically generated">
            <a:extLst>
              <a:ext uri="{FF2B5EF4-FFF2-40B4-BE49-F238E27FC236}">
                <a16:creationId xmlns:a16="http://schemas.microsoft.com/office/drawing/2014/main" id="{1BB60232-3C33-3216-1D94-D609D0CB55D3}"/>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149620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with 2 content and illustration">
    <p:spTree>
      <p:nvGrpSpPr>
        <p:cNvPr id="1" name=""/>
        <p:cNvGrpSpPr/>
        <p:nvPr/>
      </p:nvGrpSpPr>
      <p:grpSpPr>
        <a:xfrm>
          <a:off x="0" y="0"/>
          <a:ext cx="0" cy="0"/>
          <a:chOff x="0" y="0"/>
          <a:chExt cx="0" cy="0"/>
        </a:xfrm>
      </p:grpSpPr>
      <p:sp>
        <p:nvSpPr>
          <p:cNvPr id="9" name="Plassholder for innhold 2">
            <a:extLst>
              <a:ext uri="{FF2B5EF4-FFF2-40B4-BE49-F238E27FC236}">
                <a16:creationId xmlns:a16="http://schemas.microsoft.com/office/drawing/2014/main" id="{2E02AE16-7BAA-C4B2-1637-E516F5674FFF}"/>
              </a:ext>
            </a:extLst>
          </p:cNvPr>
          <p:cNvSpPr>
            <a:spLocks noGrp="1"/>
          </p:cNvSpPr>
          <p:nvPr>
            <p:ph idx="27"/>
          </p:nvPr>
        </p:nvSpPr>
        <p:spPr>
          <a:xfrm>
            <a:off x="477659" y="4251067"/>
            <a:ext cx="5612891" cy="2090297"/>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5" name="Plassholder for innhold 2">
            <a:extLst>
              <a:ext uri="{FF2B5EF4-FFF2-40B4-BE49-F238E27FC236}">
                <a16:creationId xmlns:a16="http://schemas.microsoft.com/office/drawing/2014/main" id="{4A41A644-D13A-F23C-F8AE-F6717870B2D0}"/>
              </a:ext>
            </a:extLst>
          </p:cNvPr>
          <p:cNvSpPr>
            <a:spLocks noGrp="1"/>
          </p:cNvSpPr>
          <p:nvPr>
            <p:ph idx="23"/>
          </p:nvPr>
        </p:nvSpPr>
        <p:spPr>
          <a:xfrm>
            <a:off x="477660" y="1768812"/>
            <a:ext cx="5612890" cy="2090297"/>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 name="TextBox 1">
            <a:extLst>
              <a:ext uri="{FF2B5EF4-FFF2-40B4-BE49-F238E27FC236}">
                <a16:creationId xmlns:a16="http://schemas.microsoft.com/office/drawing/2014/main" id="{D8AC529D-902D-0083-6859-9EB7A61CF9FD}"/>
              </a:ext>
            </a:extLst>
          </p:cNvPr>
          <p:cNvSpPr txBox="1"/>
          <p:nvPr userDrawn="1"/>
        </p:nvSpPr>
        <p:spPr>
          <a:xfrm>
            <a:off x="-3930555" y="7574507"/>
            <a:ext cx="184731" cy="369332"/>
          </a:xfrm>
          <a:prstGeom prst="rect">
            <a:avLst/>
          </a:prstGeom>
          <a:noFill/>
        </p:spPr>
        <p:txBody>
          <a:bodyPr wrap="none" rtlCol="0">
            <a:spAutoFit/>
          </a:bodyPr>
          <a:lstStyle/>
          <a:p>
            <a:endParaRPr lang="en-US" dirty="0"/>
          </a:p>
        </p:txBody>
      </p:sp>
      <p:grpSp>
        <p:nvGrpSpPr>
          <p:cNvPr id="21" name="Group 20">
            <a:extLst>
              <a:ext uri="{FF2B5EF4-FFF2-40B4-BE49-F238E27FC236}">
                <a16:creationId xmlns:a16="http://schemas.microsoft.com/office/drawing/2014/main" id="{A03AF021-E2D9-56DA-3C79-40D4A118C44D}"/>
              </a:ext>
            </a:extLst>
          </p:cNvPr>
          <p:cNvGrpSpPr/>
          <p:nvPr userDrawn="1"/>
        </p:nvGrpSpPr>
        <p:grpSpPr>
          <a:xfrm>
            <a:off x="7308852" y="1816656"/>
            <a:ext cx="4883148" cy="4790947"/>
            <a:chOff x="7308852" y="2185988"/>
            <a:chExt cx="4883148" cy="4790947"/>
          </a:xfrm>
        </p:grpSpPr>
        <p:pic>
          <p:nvPicPr>
            <p:cNvPr id="19" name="Picture 18" descr="A picture containing dark, night sky&#10;&#10;Description automatically generated">
              <a:extLst>
                <a:ext uri="{FF2B5EF4-FFF2-40B4-BE49-F238E27FC236}">
                  <a16:creationId xmlns:a16="http://schemas.microsoft.com/office/drawing/2014/main" id="{22707D9F-A843-6ADF-7316-D909E5036F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30400" y="2438400"/>
              <a:ext cx="4761600" cy="4538535"/>
            </a:xfrm>
            <a:prstGeom prst="rect">
              <a:avLst/>
            </a:prstGeom>
          </p:spPr>
        </p:pic>
        <p:pic>
          <p:nvPicPr>
            <p:cNvPr id="20" name="Graphic 19">
              <a:extLst>
                <a:ext uri="{FF2B5EF4-FFF2-40B4-BE49-F238E27FC236}">
                  <a16:creationId xmlns:a16="http://schemas.microsoft.com/office/drawing/2014/main" id="{92583A2B-6FDC-BC1D-935E-A6BF78CBC7F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08852" y="2185988"/>
              <a:ext cx="4262947" cy="4165508"/>
            </a:xfrm>
            <a:prstGeom prst="rect">
              <a:avLst/>
            </a:prstGeom>
          </p:spPr>
        </p:pic>
      </p:grpSp>
      <p:pic>
        <p:nvPicPr>
          <p:cNvPr id="4" name="Picture 3" descr="A logo with red text&#10;&#10;Description automatically generated">
            <a:extLst>
              <a:ext uri="{FF2B5EF4-FFF2-40B4-BE49-F238E27FC236}">
                <a16:creationId xmlns:a16="http://schemas.microsoft.com/office/drawing/2014/main" id="{FD2CC1D8-73BA-E94D-C82D-E27D5F22BEBF}"/>
              </a:ext>
            </a:extLst>
          </p:cNvPr>
          <p:cNvPicPr>
            <a:picLocks noChangeAspect="1"/>
          </p:cNvPicPr>
          <p:nvPr userDrawn="1"/>
        </p:nvPicPr>
        <p:blipFill>
          <a:blip r:embed="rId4"/>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3307311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with 2 content and illustration">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071B9073-A05D-8049-8958-924D4D87B970}"/>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Text Placeholder 20">
            <a:extLst>
              <a:ext uri="{FF2B5EF4-FFF2-40B4-BE49-F238E27FC236}">
                <a16:creationId xmlns:a16="http://schemas.microsoft.com/office/drawing/2014/main" id="{AD56A510-1DCE-41D0-2DBA-95593579051F}"/>
              </a:ext>
            </a:extLst>
          </p:cNvPr>
          <p:cNvSpPr>
            <a:spLocks noGrp="1"/>
          </p:cNvSpPr>
          <p:nvPr>
            <p:ph type="body" idx="22" hasCustomPrompt="1"/>
          </p:nvPr>
        </p:nvSpPr>
        <p:spPr>
          <a:xfrm>
            <a:off x="477659" y="1768812"/>
            <a:ext cx="5614731"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 name="Plassholder for innhold 2">
            <a:extLst>
              <a:ext uri="{FF2B5EF4-FFF2-40B4-BE49-F238E27FC236}">
                <a16:creationId xmlns:a16="http://schemas.microsoft.com/office/drawing/2014/main" id="{4A41A644-D13A-F23C-F8AE-F6717870B2D0}"/>
              </a:ext>
            </a:extLst>
          </p:cNvPr>
          <p:cNvSpPr>
            <a:spLocks noGrp="1"/>
          </p:cNvSpPr>
          <p:nvPr>
            <p:ph idx="23"/>
          </p:nvPr>
        </p:nvSpPr>
        <p:spPr>
          <a:xfrm>
            <a:off x="477660" y="2550206"/>
            <a:ext cx="5612890" cy="1308904"/>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8" name="Text Placeholder 20">
            <a:extLst>
              <a:ext uri="{FF2B5EF4-FFF2-40B4-BE49-F238E27FC236}">
                <a16:creationId xmlns:a16="http://schemas.microsoft.com/office/drawing/2014/main" id="{864B5142-A6BF-08DC-9163-B2BFC392E32E}"/>
              </a:ext>
            </a:extLst>
          </p:cNvPr>
          <p:cNvSpPr>
            <a:spLocks noGrp="1"/>
          </p:cNvSpPr>
          <p:nvPr>
            <p:ph type="body" idx="26" hasCustomPrompt="1"/>
          </p:nvPr>
        </p:nvSpPr>
        <p:spPr>
          <a:xfrm>
            <a:off x="477660" y="4251067"/>
            <a:ext cx="561473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Plassholder for innhold 2">
            <a:extLst>
              <a:ext uri="{FF2B5EF4-FFF2-40B4-BE49-F238E27FC236}">
                <a16:creationId xmlns:a16="http://schemas.microsoft.com/office/drawing/2014/main" id="{2E02AE16-7BAA-C4B2-1637-E516F5674FFF}"/>
              </a:ext>
            </a:extLst>
          </p:cNvPr>
          <p:cNvSpPr>
            <a:spLocks noGrp="1"/>
          </p:cNvSpPr>
          <p:nvPr>
            <p:ph idx="27"/>
          </p:nvPr>
        </p:nvSpPr>
        <p:spPr>
          <a:xfrm>
            <a:off x="477659" y="5074027"/>
            <a:ext cx="5612891" cy="1267337"/>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2" name="TextBox 1">
            <a:extLst>
              <a:ext uri="{FF2B5EF4-FFF2-40B4-BE49-F238E27FC236}">
                <a16:creationId xmlns:a16="http://schemas.microsoft.com/office/drawing/2014/main" id="{D8AC529D-902D-0083-6859-9EB7A61CF9FD}"/>
              </a:ext>
            </a:extLst>
          </p:cNvPr>
          <p:cNvSpPr txBox="1"/>
          <p:nvPr userDrawn="1"/>
        </p:nvSpPr>
        <p:spPr>
          <a:xfrm>
            <a:off x="-3930555" y="7574507"/>
            <a:ext cx="184731" cy="369332"/>
          </a:xfrm>
          <a:prstGeom prst="rect">
            <a:avLst/>
          </a:prstGeom>
          <a:noFill/>
        </p:spPr>
        <p:txBody>
          <a:bodyPr wrap="none" rtlCol="0">
            <a:spAutoFit/>
          </a:bodyPr>
          <a:lstStyle/>
          <a:p>
            <a:endParaRPr lang="en-US" dirty="0"/>
          </a:p>
        </p:txBody>
      </p:sp>
      <p:grpSp>
        <p:nvGrpSpPr>
          <p:cNvPr id="21" name="Group 20">
            <a:extLst>
              <a:ext uri="{FF2B5EF4-FFF2-40B4-BE49-F238E27FC236}">
                <a16:creationId xmlns:a16="http://schemas.microsoft.com/office/drawing/2014/main" id="{A03AF021-E2D9-56DA-3C79-40D4A118C44D}"/>
              </a:ext>
            </a:extLst>
          </p:cNvPr>
          <p:cNvGrpSpPr/>
          <p:nvPr userDrawn="1"/>
        </p:nvGrpSpPr>
        <p:grpSpPr>
          <a:xfrm>
            <a:off x="7308852" y="1816656"/>
            <a:ext cx="4883148" cy="4790947"/>
            <a:chOff x="7308852" y="2185988"/>
            <a:chExt cx="4883148" cy="4790947"/>
          </a:xfrm>
        </p:grpSpPr>
        <p:pic>
          <p:nvPicPr>
            <p:cNvPr id="20" name="Graphic 19">
              <a:extLst>
                <a:ext uri="{FF2B5EF4-FFF2-40B4-BE49-F238E27FC236}">
                  <a16:creationId xmlns:a16="http://schemas.microsoft.com/office/drawing/2014/main" id="{92583A2B-6FDC-BC1D-935E-A6BF78CBC7F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308852" y="2185988"/>
              <a:ext cx="4262947" cy="4165508"/>
            </a:xfrm>
            <a:prstGeom prst="rect">
              <a:avLst/>
            </a:prstGeom>
          </p:spPr>
        </p:pic>
        <p:pic>
          <p:nvPicPr>
            <p:cNvPr id="19" name="Picture 18" descr="A picture containing dark, night sky&#10;&#10;Description automatically generated">
              <a:extLst>
                <a:ext uri="{FF2B5EF4-FFF2-40B4-BE49-F238E27FC236}">
                  <a16:creationId xmlns:a16="http://schemas.microsoft.com/office/drawing/2014/main" id="{22707D9F-A843-6ADF-7316-D909E5036FB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430400" y="2438400"/>
              <a:ext cx="4761600" cy="4538535"/>
            </a:xfrm>
            <a:prstGeom prst="rect">
              <a:avLst/>
            </a:prstGeom>
          </p:spPr>
        </p:pic>
      </p:grpSp>
      <p:pic>
        <p:nvPicPr>
          <p:cNvPr id="6" name="Picture 5" descr="A logo with red text&#10;&#10;Description automatically generated">
            <a:extLst>
              <a:ext uri="{FF2B5EF4-FFF2-40B4-BE49-F238E27FC236}">
                <a16:creationId xmlns:a16="http://schemas.microsoft.com/office/drawing/2014/main" id="{193E7C4E-6A50-F3A8-A457-61D83F5BA29E}"/>
              </a:ext>
            </a:extLst>
          </p:cNvPr>
          <p:cNvPicPr>
            <a:picLocks noChangeAspect="1"/>
          </p:cNvPicPr>
          <p:nvPr userDrawn="1"/>
        </p:nvPicPr>
        <p:blipFill>
          <a:blip r:embed="rId4"/>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6882635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2 text content and 1 graph">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42AC6519-EFC7-439F-2B40-CFDF814F807E}"/>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6" name="Plassholder for innhold 2">
            <a:extLst>
              <a:ext uri="{FF2B5EF4-FFF2-40B4-BE49-F238E27FC236}">
                <a16:creationId xmlns:a16="http://schemas.microsoft.com/office/drawing/2014/main" id="{E4F4194F-33DE-1BF0-6B64-71BD09D794DC}"/>
              </a:ext>
            </a:extLst>
          </p:cNvPr>
          <p:cNvSpPr>
            <a:spLocks noGrp="1"/>
          </p:cNvSpPr>
          <p:nvPr>
            <p:ph sz="half" idx="12"/>
          </p:nvPr>
        </p:nvSpPr>
        <p:spPr>
          <a:xfrm>
            <a:off x="479375" y="1756309"/>
            <a:ext cx="5369911" cy="21600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8" name="Plassholder for innhold 2">
            <a:extLst>
              <a:ext uri="{FF2B5EF4-FFF2-40B4-BE49-F238E27FC236}">
                <a16:creationId xmlns:a16="http://schemas.microsoft.com/office/drawing/2014/main" id="{AAB54217-BC7E-2794-F68A-19DA9C95C2A5}"/>
              </a:ext>
            </a:extLst>
          </p:cNvPr>
          <p:cNvSpPr>
            <a:spLocks noGrp="1"/>
          </p:cNvSpPr>
          <p:nvPr>
            <p:ph sz="half" idx="19"/>
          </p:nvPr>
        </p:nvSpPr>
        <p:spPr>
          <a:xfrm>
            <a:off x="482690" y="4181365"/>
            <a:ext cx="5369911" cy="216000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0" name="Plassholder for innhold 2">
            <a:extLst>
              <a:ext uri="{FF2B5EF4-FFF2-40B4-BE49-F238E27FC236}">
                <a16:creationId xmlns:a16="http://schemas.microsoft.com/office/drawing/2014/main" id="{C2B60A81-B129-7C61-DAE5-B037D0104F81}"/>
              </a:ext>
            </a:extLst>
          </p:cNvPr>
          <p:cNvSpPr>
            <a:spLocks noGrp="1"/>
          </p:cNvSpPr>
          <p:nvPr>
            <p:ph sz="half" idx="20"/>
          </p:nvPr>
        </p:nvSpPr>
        <p:spPr>
          <a:xfrm>
            <a:off x="6336084" y="1756308"/>
            <a:ext cx="5369911" cy="4585055"/>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pic>
        <p:nvPicPr>
          <p:cNvPr id="2" name="Picture 1" descr="A logo with red text&#10;&#10;Description automatically generated">
            <a:extLst>
              <a:ext uri="{FF2B5EF4-FFF2-40B4-BE49-F238E27FC236}">
                <a16:creationId xmlns:a16="http://schemas.microsoft.com/office/drawing/2014/main" id="{54C116FC-E6E6-7961-C856-BD546ECFE50D}"/>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978152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and 2 picture">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42AC6519-EFC7-439F-2B40-CFDF814F807E}"/>
              </a:ext>
            </a:extLst>
          </p:cNvPr>
          <p:cNvSpPr>
            <a:spLocks noGrp="1"/>
          </p:cNvSpPr>
          <p:nvPr>
            <p:ph type="title" hasCustomPrompt="1"/>
          </p:nvPr>
        </p:nvSpPr>
        <p:spPr>
          <a:xfrm>
            <a:off x="479425" y="441900"/>
            <a:ext cx="5369861" cy="1019255"/>
          </a:xfrm>
        </p:spPr>
        <p:txBody>
          <a:bodyPr/>
          <a:lstStyle>
            <a:lvl1pPr>
              <a:defRPr sz="2400" cap="all" baseline="0"/>
            </a:lvl1pPr>
          </a:lstStyle>
          <a:p>
            <a:r>
              <a:rPr lang="en-GB" dirty="0"/>
              <a:t>CLICK TO EDIT MASTER TITLE STYLE</a:t>
            </a:r>
            <a:endParaRPr lang="en-US" dirty="0"/>
          </a:p>
        </p:txBody>
      </p:sp>
      <p:sp>
        <p:nvSpPr>
          <p:cNvPr id="6" name="Plassholder for innhold 2">
            <a:extLst>
              <a:ext uri="{FF2B5EF4-FFF2-40B4-BE49-F238E27FC236}">
                <a16:creationId xmlns:a16="http://schemas.microsoft.com/office/drawing/2014/main" id="{E4F4194F-33DE-1BF0-6B64-71BD09D794DC}"/>
              </a:ext>
            </a:extLst>
          </p:cNvPr>
          <p:cNvSpPr>
            <a:spLocks noGrp="1"/>
          </p:cNvSpPr>
          <p:nvPr>
            <p:ph sz="half" idx="12"/>
          </p:nvPr>
        </p:nvSpPr>
        <p:spPr>
          <a:xfrm>
            <a:off x="479375" y="1756308"/>
            <a:ext cx="5369911" cy="4585055"/>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2" name="Text Placeholder 20">
            <a:extLst>
              <a:ext uri="{FF2B5EF4-FFF2-40B4-BE49-F238E27FC236}">
                <a16:creationId xmlns:a16="http://schemas.microsoft.com/office/drawing/2014/main" id="{FA2E1B1F-C3E1-4BBE-C194-B585AD5611B7}"/>
              </a:ext>
            </a:extLst>
          </p:cNvPr>
          <p:cNvSpPr>
            <a:spLocks noGrp="1"/>
          </p:cNvSpPr>
          <p:nvPr>
            <p:ph type="body" idx="24" hasCustomPrompt="1"/>
          </p:nvPr>
        </p:nvSpPr>
        <p:spPr>
          <a:xfrm>
            <a:off x="6337632" y="441900"/>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 name="Plassholder for innhold 2">
            <a:extLst>
              <a:ext uri="{FF2B5EF4-FFF2-40B4-BE49-F238E27FC236}">
                <a16:creationId xmlns:a16="http://schemas.microsoft.com/office/drawing/2014/main" id="{4E96FBEE-1713-752A-F8E4-78E6FED84A87}"/>
              </a:ext>
            </a:extLst>
          </p:cNvPr>
          <p:cNvSpPr>
            <a:spLocks noGrp="1"/>
          </p:cNvSpPr>
          <p:nvPr>
            <p:ph idx="25"/>
          </p:nvPr>
        </p:nvSpPr>
        <p:spPr>
          <a:xfrm>
            <a:off x="6337633" y="1217618"/>
            <a:ext cx="5373180" cy="2030549"/>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Text Placeholder 20">
            <a:extLst>
              <a:ext uri="{FF2B5EF4-FFF2-40B4-BE49-F238E27FC236}">
                <a16:creationId xmlns:a16="http://schemas.microsoft.com/office/drawing/2014/main" id="{43ACEA4A-7F52-29B4-A59D-A9A40DC2BCDF}"/>
              </a:ext>
            </a:extLst>
          </p:cNvPr>
          <p:cNvSpPr>
            <a:spLocks noGrp="1"/>
          </p:cNvSpPr>
          <p:nvPr>
            <p:ph type="body" idx="28" hasCustomPrompt="1"/>
          </p:nvPr>
        </p:nvSpPr>
        <p:spPr>
          <a:xfrm>
            <a:off x="6337632" y="3535096"/>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7" name="Plassholder for innhold 2">
            <a:extLst>
              <a:ext uri="{FF2B5EF4-FFF2-40B4-BE49-F238E27FC236}">
                <a16:creationId xmlns:a16="http://schemas.microsoft.com/office/drawing/2014/main" id="{1756EB52-C798-44E7-B70C-FD7B1421E0D7}"/>
              </a:ext>
            </a:extLst>
          </p:cNvPr>
          <p:cNvSpPr>
            <a:spLocks noGrp="1"/>
          </p:cNvSpPr>
          <p:nvPr>
            <p:ph idx="29"/>
          </p:nvPr>
        </p:nvSpPr>
        <p:spPr>
          <a:xfrm>
            <a:off x="6337632" y="4322798"/>
            <a:ext cx="5373180" cy="2018566"/>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8" name="Picture 7" descr="A logo with red text&#10;&#10;Description automatically generated">
            <a:extLst>
              <a:ext uri="{FF2B5EF4-FFF2-40B4-BE49-F238E27FC236}">
                <a16:creationId xmlns:a16="http://schemas.microsoft.com/office/drawing/2014/main" id="{31575B49-82BE-3A1E-FB73-D878FA6641EB}"/>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1987898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lternative title, text and 2 image">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42AC6519-EFC7-439F-2B40-CFDF814F807E}"/>
              </a:ext>
            </a:extLst>
          </p:cNvPr>
          <p:cNvSpPr>
            <a:spLocks noGrp="1"/>
          </p:cNvSpPr>
          <p:nvPr>
            <p:ph type="title" hasCustomPrompt="1"/>
          </p:nvPr>
        </p:nvSpPr>
        <p:spPr>
          <a:xfrm>
            <a:off x="479425" y="441900"/>
            <a:ext cx="11231387" cy="1019255"/>
          </a:xfrm>
        </p:spPr>
        <p:txBody>
          <a:bodyPr/>
          <a:lstStyle>
            <a:lvl1pPr>
              <a:defRPr sz="2400" cap="all" baseline="0"/>
            </a:lvl1pPr>
          </a:lstStyle>
          <a:p>
            <a:r>
              <a:rPr lang="en-GB" dirty="0"/>
              <a:t>CLICK TO EDIT MASTER TITLE STYLE</a:t>
            </a:r>
            <a:endParaRPr lang="en-US" dirty="0"/>
          </a:p>
        </p:txBody>
      </p:sp>
      <p:sp>
        <p:nvSpPr>
          <p:cNvPr id="6" name="Plassholder for innhold 2">
            <a:extLst>
              <a:ext uri="{FF2B5EF4-FFF2-40B4-BE49-F238E27FC236}">
                <a16:creationId xmlns:a16="http://schemas.microsoft.com/office/drawing/2014/main" id="{E4F4194F-33DE-1BF0-6B64-71BD09D794DC}"/>
              </a:ext>
            </a:extLst>
          </p:cNvPr>
          <p:cNvSpPr>
            <a:spLocks noGrp="1"/>
          </p:cNvSpPr>
          <p:nvPr>
            <p:ph sz="half" idx="12"/>
          </p:nvPr>
        </p:nvSpPr>
        <p:spPr>
          <a:xfrm>
            <a:off x="479375" y="1756308"/>
            <a:ext cx="5369911" cy="4585055"/>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6" name="Text Placeholder 20">
            <a:extLst>
              <a:ext uri="{FF2B5EF4-FFF2-40B4-BE49-F238E27FC236}">
                <a16:creationId xmlns:a16="http://schemas.microsoft.com/office/drawing/2014/main" id="{348CBB34-5954-0933-D0D5-BD5F58E600CB}"/>
              </a:ext>
            </a:extLst>
          </p:cNvPr>
          <p:cNvSpPr>
            <a:spLocks noGrp="1"/>
          </p:cNvSpPr>
          <p:nvPr>
            <p:ph type="body" idx="24" hasCustomPrompt="1"/>
          </p:nvPr>
        </p:nvSpPr>
        <p:spPr>
          <a:xfrm>
            <a:off x="6337632" y="1768812"/>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7" name="Plassholder for innhold 2">
            <a:extLst>
              <a:ext uri="{FF2B5EF4-FFF2-40B4-BE49-F238E27FC236}">
                <a16:creationId xmlns:a16="http://schemas.microsoft.com/office/drawing/2014/main" id="{AB4DD175-6171-AA94-04B3-3E87758719E3}"/>
              </a:ext>
            </a:extLst>
          </p:cNvPr>
          <p:cNvSpPr>
            <a:spLocks noGrp="1"/>
          </p:cNvSpPr>
          <p:nvPr>
            <p:ph idx="25"/>
          </p:nvPr>
        </p:nvSpPr>
        <p:spPr>
          <a:xfrm>
            <a:off x="6337633" y="2550206"/>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8" name="Text Placeholder 20">
            <a:extLst>
              <a:ext uri="{FF2B5EF4-FFF2-40B4-BE49-F238E27FC236}">
                <a16:creationId xmlns:a16="http://schemas.microsoft.com/office/drawing/2014/main" id="{2401B9FF-7F6F-CCB3-D113-78A5854CF2F2}"/>
              </a:ext>
            </a:extLst>
          </p:cNvPr>
          <p:cNvSpPr>
            <a:spLocks noGrp="1"/>
          </p:cNvSpPr>
          <p:nvPr>
            <p:ph type="body" idx="28" hasCustomPrompt="1"/>
          </p:nvPr>
        </p:nvSpPr>
        <p:spPr>
          <a:xfrm>
            <a:off x="6337632" y="4251067"/>
            <a:ext cx="5374942"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9" name="Plassholder for innhold 2">
            <a:extLst>
              <a:ext uri="{FF2B5EF4-FFF2-40B4-BE49-F238E27FC236}">
                <a16:creationId xmlns:a16="http://schemas.microsoft.com/office/drawing/2014/main" id="{D6C39587-6736-FE95-D2B2-BEABE73DF629}"/>
              </a:ext>
            </a:extLst>
          </p:cNvPr>
          <p:cNvSpPr>
            <a:spLocks noGrp="1"/>
          </p:cNvSpPr>
          <p:nvPr>
            <p:ph idx="29"/>
          </p:nvPr>
        </p:nvSpPr>
        <p:spPr>
          <a:xfrm>
            <a:off x="6337632" y="5032461"/>
            <a:ext cx="5373180" cy="1308903"/>
          </a:xfrm>
        </p:spPr>
        <p:txBody>
          <a:bodyPr>
            <a:normAutofit/>
          </a:bodyPr>
          <a:lstStyle>
            <a:lvl1pPr>
              <a:lnSpc>
                <a:spcPts val="2120"/>
              </a:lnSpc>
              <a:defRPr sz="1600">
                <a:solidFill>
                  <a:schemeClr val="tx1"/>
                </a:solidFill>
                <a:latin typeface="Montserrat" pitchFamily="2" charset="77"/>
              </a:defRPr>
            </a:lvl1pPr>
            <a:lvl2pPr marL="742950" indent="-285750">
              <a:lnSpc>
                <a:spcPts val="2120"/>
              </a:lnSpc>
              <a:buFont typeface="Arial" panose="020B0604020202020204" pitchFamily="34" charset="0"/>
              <a:buChar char="•"/>
              <a:defRPr sz="1400">
                <a:solidFill>
                  <a:schemeClr val="tx1"/>
                </a:solidFill>
                <a:latin typeface="Montserrat" pitchFamily="2" charset="77"/>
              </a:defRPr>
            </a:lvl2pPr>
            <a:lvl3pPr>
              <a:lnSpc>
                <a:spcPts val="2120"/>
              </a:lnSpc>
              <a:defRPr sz="1200">
                <a:solidFill>
                  <a:schemeClr val="tx1"/>
                </a:solidFill>
                <a:latin typeface="Montserrat" pitchFamily="2" charset="77"/>
              </a:defRPr>
            </a:lvl3pPr>
            <a:lvl4pPr>
              <a:lnSpc>
                <a:spcPts val="2120"/>
              </a:lnSpc>
              <a:defRPr sz="1100">
                <a:solidFill>
                  <a:schemeClr val="tx1"/>
                </a:solidFill>
                <a:latin typeface="Montserrat" pitchFamily="2" charset="77"/>
              </a:defRPr>
            </a:lvl4pPr>
            <a:lvl5pPr>
              <a:lnSpc>
                <a:spcPts val="2120"/>
              </a:lnSpc>
              <a:defRPr sz="105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pic>
        <p:nvPicPr>
          <p:cNvPr id="2" name="Picture 1" descr="A logo with red text&#10;&#10;Description automatically generated">
            <a:extLst>
              <a:ext uri="{FF2B5EF4-FFF2-40B4-BE49-F238E27FC236}">
                <a16:creationId xmlns:a16="http://schemas.microsoft.com/office/drawing/2014/main" id="{130CA3E2-06E6-A1FE-B00A-B58982C91CE8}"/>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130252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visualisation x2">
    <p:spTree>
      <p:nvGrpSpPr>
        <p:cNvPr id="1" name=""/>
        <p:cNvGrpSpPr/>
        <p:nvPr/>
      </p:nvGrpSpPr>
      <p:grpSpPr>
        <a:xfrm>
          <a:off x="0" y="0"/>
          <a:ext cx="0" cy="0"/>
          <a:chOff x="0" y="0"/>
          <a:chExt cx="0" cy="0"/>
        </a:xfrm>
      </p:grpSpPr>
      <p:pic>
        <p:nvPicPr>
          <p:cNvPr id="8" name="Picture 7" descr="A black background with a black square&#10;&#10;Description automatically generated">
            <a:extLst>
              <a:ext uri="{FF2B5EF4-FFF2-40B4-BE49-F238E27FC236}">
                <a16:creationId xmlns:a16="http://schemas.microsoft.com/office/drawing/2014/main" id="{7444B681-9575-6FC5-3C87-96B3F6181B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25594" y="4235966"/>
            <a:ext cx="21500825" cy="3257700"/>
          </a:xfrm>
          <a:prstGeom prst="rect">
            <a:avLst/>
          </a:prstGeom>
        </p:spPr>
      </p:pic>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79425" y="1761937"/>
            <a:ext cx="7382228" cy="3257700"/>
          </a:xfrm>
        </p:spPr>
        <p:txBody>
          <a:bodyPr>
            <a:normAutofit/>
          </a:bodyPr>
          <a:lstStyle>
            <a:lvl1pPr marL="0" indent="0">
              <a:lnSpc>
                <a:spcPts val="2420"/>
              </a:lnSpc>
              <a:buNone/>
              <a:defRPr sz="1800">
                <a:solidFill>
                  <a:schemeClr val="tx1"/>
                </a:solidFill>
                <a:latin typeface="Montserrat" pitchFamily="2" charset="77"/>
              </a:defRPr>
            </a:lvl1pPr>
            <a:lvl2pPr marL="742950" indent="-285750">
              <a:lnSpc>
                <a:spcPct val="100000"/>
              </a:lnSpc>
              <a:buFont typeface="Arial" panose="020B0604020202020204" pitchFamily="34" charset="0"/>
              <a:buChar char="•"/>
              <a:defRPr sz="1600">
                <a:solidFill>
                  <a:schemeClr val="tx1"/>
                </a:solidFill>
                <a:latin typeface="Montserrat" pitchFamily="2" charset="77"/>
              </a:defRPr>
            </a:lvl2pPr>
            <a:lvl3pPr>
              <a:lnSpc>
                <a:spcPct val="100000"/>
              </a:lnSpc>
              <a:defRPr sz="1400">
                <a:solidFill>
                  <a:schemeClr val="tx1"/>
                </a:solidFill>
                <a:latin typeface="Montserrat" pitchFamily="2" charset="77"/>
              </a:defRPr>
            </a:lvl3pPr>
            <a:lvl4pPr>
              <a:lnSpc>
                <a:spcPct val="100000"/>
              </a:lnSpc>
              <a:defRPr sz="1200">
                <a:solidFill>
                  <a:schemeClr val="tx1"/>
                </a:solidFill>
                <a:latin typeface="Montserrat" pitchFamily="2" charset="77"/>
              </a:defRPr>
            </a:lvl4pPr>
            <a:lvl5pPr>
              <a:lnSpc>
                <a:spcPct val="100000"/>
              </a:lnSpc>
              <a:defRPr sz="1200">
                <a:solidFill>
                  <a:schemeClr val="tx1"/>
                </a:solidFill>
                <a:latin typeface="Montserrat" pitchFamily="2" charset="77"/>
              </a:defRPr>
            </a:lvl5pPr>
          </a:lstStyle>
          <a:p>
            <a:pPr lvl="0"/>
            <a:r>
              <a:rPr lang="en-US"/>
              <a:t>Click to edit Master text styles</a:t>
            </a:r>
          </a:p>
        </p:txBody>
      </p:sp>
      <p:sp>
        <p:nvSpPr>
          <p:cNvPr id="9" name="TextBox 8">
            <a:extLst>
              <a:ext uri="{FF2B5EF4-FFF2-40B4-BE49-F238E27FC236}">
                <a16:creationId xmlns:a16="http://schemas.microsoft.com/office/drawing/2014/main" id="{1375D34B-6561-44DA-DB69-5A42F9D1912B}"/>
              </a:ext>
            </a:extLst>
          </p:cNvPr>
          <p:cNvSpPr txBox="1"/>
          <p:nvPr userDrawn="1"/>
        </p:nvSpPr>
        <p:spPr>
          <a:xfrm>
            <a:off x="14859000" y="4051300"/>
            <a:ext cx="184731" cy="369332"/>
          </a:xfrm>
          <a:prstGeom prst="rect">
            <a:avLst/>
          </a:prstGeom>
          <a:noFill/>
        </p:spPr>
        <p:txBody>
          <a:bodyPr wrap="none" rtlCol="0">
            <a:spAutoFit/>
          </a:bodyPr>
          <a:lstStyle/>
          <a:p>
            <a:endParaRPr lang="en-US" dirty="0"/>
          </a:p>
        </p:txBody>
      </p:sp>
      <p:sp>
        <p:nvSpPr>
          <p:cNvPr id="11" name="Plassholder for innhold 2">
            <a:extLst>
              <a:ext uri="{FF2B5EF4-FFF2-40B4-BE49-F238E27FC236}">
                <a16:creationId xmlns:a16="http://schemas.microsoft.com/office/drawing/2014/main" id="{32BA10E8-8D2B-AD2D-BD48-DA154419BA2A}"/>
              </a:ext>
            </a:extLst>
          </p:cNvPr>
          <p:cNvSpPr>
            <a:spLocks noGrp="1"/>
          </p:cNvSpPr>
          <p:nvPr>
            <p:ph idx="30" hasCustomPrompt="1"/>
          </p:nvPr>
        </p:nvSpPr>
        <p:spPr>
          <a:xfrm>
            <a:off x="479426" y="5298546"/>
            <a:ext cx="7382228" cy="566270"/>
          </a:xfrm>
        </p:spPr>
        <p:txBody>
          <a:bodyPr>
            <a:normAutofit/>
          </a:bodyPr>
          <a:lstStyle>
            <a:lvl1pPr marL="0" indent="0">
              <a:lnSpc>
                <a:spcPts val="212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sp>
        <p:nvSpPr>
          <p:cNvPr id="18" name="Title 6">
            <a:extLst>
              <a:ext uri="{FF2B5EF4-FFF2-40B4-BE49-F238E27FC236}">
                <a16:creationId xmlns:a16="http://schemas.microsoft.com/office/drawing/2014/main" id="{4D839894-CE51-0D00-1FD9-7319BE3082FC}"/>
              </a:ext>
            </a:extLst>
          </p:cNvPr>
          <p:cNvSpPr>
            <a:spLocks noGrp="1"/>
          </p:cNvSpPr>
          <p:nvPr>
            <p:ph type="title" hasCustomPrompt="1"/>
          </p:nvPr>
        </p:nvSpPr>
        <p:spPr>
          <a:xfrm>
            <a:off x="479425" y="441900"/>
            <a:ext cx="11231387" cy="1019255"/>
          </a:xfrm>
        </p:spPr>
        <p:txBody>
          <a:bodyPr/>
          <a:lstStyle>
            <a:lvl1pPr>
              <a:defRPr sz="2400" cap="all" baseline="0"/>
            </a:lvl1pPr>
          </a:lstStyle>
          <a:p>
            <a:r>
              <a:rPr lang="en-GB" dirty="0"/>
              <a:t>CLICK TO EDIT MASTER TITLE STYLE</a:t>
            </a:r>
            <a:endParaRPr lang="en-US" dirty="0"/>
          </a:p>
        </p:txBody>
      </p:sp>
      <p:sp>
        <p:nvSpPr>
          <p:cNvPr id="2" name="Text Placeholder 20">
            <a:extLst>
              <a:ext uri="{FF2B5EF4-FFF2-40B4-BE49-F238E27FC236}">
                <a16:creationId xmlns:a16="http://schemas.microsoft.com/office/drawing/2014/main" id="{799E3CF4-14D9-C052-14D3-57F0858F07C2}"/>
              </a:ext>
            </a:extLst>
          </p:cNvPr>
          <p:cNvSpPr>
            <a:spLocks noGrp="1"/>
          </p:cNvSpPr>
          <p:nvPr>
            <p:ph type="body" idx="22" hasCustomPrompt="1"/>
          </p:nvPr>
        </p:nvSpPr>
        <p:spPr>
          <a:xfrm>
            <a:off x="8181173" y="1768811"/>
            <a:ext cx="3531401" cy="1215549"/>
          </a:xfrm>
        </p:spPr>
        <p:txBody>
          <a:bodyPr anchor="t"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 name="Text Placeholder 20">
            <a:extLst>
              <a:ext uri="{FF2B5EF4-FFF2-40B4-BE49-F238E27FC236}">
                <a16:creationId xmlns:a16="http://schemas.microsoft.com/office/drawing/2014/main" id="{FDEF7085-36CA-5766-D4DA-EC7A5D0E21F7}"/>
              </a:ext>
            </a:extLst>
          </p:cNvPr>
          <p:cNvSpPr>
            <a:spLocks noGrp="1"/>
          </p:cNvSpPr>
          <p:nvPr>
            <p:ph type="body" idx="31" hasCustomPrompt="1"/>
          </p:nvPr>
        </p:nvSpPr>
        <p:spPr>
          <a:xfrm>
            <a:off x="8181173" y="4044798"/>
            <a:ext cx="1940727" cy="974839"/>
          </a:xfrm>
        </p:spPr>
        <p:txBody>
          <a:bodyPr anchor="t"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 name="Plassholder for innhold 2">
            <a:extLst>
              <a:ext uri="{FF2B5EF4-FFF2-40B4-BE49-F238E27FC236}">
                <a16:creationId xmlns:a16="http://schemas.microsoft.com/office/drawing/2014/main" id="{0B9E1280-3330-F4CB-506D-B9D3CE2574B5}"/>
              </a:ext>
            </a:extLst>
          </p:cNvPr>
          <p:cNvSpPr>
            <a:spLocks noGrp="1"/>
          </p:cNvSpPr>
          <p:nvPr>
            <p:ph idx="23"/>
          </p:nvPr>
        </p:nvSpPr>
        <p:spPr>
          <a:xfrm>
            <a:off x="8181173" y="3173384"/>
            <a:ext cx="3531600"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6" name="Plassholder for innhold 2">
            <a:extLst>
              <a:ext uri="{FF2B5EF4-FFF2-40B4-BE49-F238E27FC236}">
                <a16:creationId xmlns:a16="http://schemas.microsoft.com/office/drawing/2014/main" id="{D24D3151-04AA-352F-681B-A74893FD5AD7}"/>
              </a:ext>
            </a:extLst>
          </p:cNvPr>
          <p:cNvSpPr>
            <a:spLocks noGrp="1"/>
          </p:cNvSpPr>
          <p:nvPr>
            <p:ph idx="33"/>
          </p:nvPr>
        </p:nvSpPr>
        <p:spPr>
          <a:xfrm>
            <a:off x="8181173" y="5298546"/>
            <a:ext cx="1940727"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7" name="Picture 6" descr="A logo with red text&#10;&#10;Description automatically generated">
            <a:extLst>
              <a:ext uri="{FF2B5EF4-FFF2-40B4-BE49-F238E27FC236}">
                <a16:creationId xmlns:a16="http://schemas.microsoft.com/office/drawing/2014/main" id="{6EA2C66F-1CF4-FBF3-16AC-D12E60377063}"/>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193238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visualisation x2 with subtitle">
    <p:spTree>
      <p:nvGrpSpPr>
        <p:cNvPr id="1" name=""/>
        <p:cNvGrpSpPr/>
        <p:nvPr/>
      </p:nvGrpSpPr>
      <p:grpSpPr>
        <a:xfrm>
          <a:off x="0" y="0"/>
          <a:ext cx="0" cy="0"/>
          <a:chOff x="0" y="0"/>
          <a:chExt cx="0" cy="0"/>
        </a:xfrm>
      </p:grpSpPr>
      <p:pic>
        <p:nvPicPr>
          <p:cNvPr id="8" name="Picture 7" descr="A black background with a black square&#10;&#10;Description automatically generated">
            <a:extLst>
              <a:ext uri="{FF2B5EF4-FFF2-40B4-BE49-F238E27FC236}">
                <a16:creationId xmlns:a16="http://schemas.microsoft.com/office/drawing/2014/main" id="{7444B681-9575-6FC5-3C87-96B3F6181B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25594" y="4235965"/>
            <a:ext cx="21500825" cy="3257700"/>
          </a:xfrm>
          <a:prstGeom prst="rect">
            <a:avLst/>
          </a:prstGeom>
        </p:spPr>
      </p:pic>
      <p:sp>
        <p:nvSpPr>
          <p:cNvPr id="3" name="Plassholder for innhold 2">
            <a:extLst>
              <a:ext uri="{FF2B5EF4-FFF2-40B4-BE49-F238E27FC236}">
                <a16:creationId xmlns:a16="http://schemas.microsoft.com/office/drawing/2014/main" id="{00951A32-23A0-6B06-8CD9-7B4E4C433754}"/>
              </a:ext>
            </a:extLst>
          </p:cNvPr>
          <p:cNvSpPr>
            <a:spLocks noGrp="1"/>
          </p:cNvSpPr>
          <p:nvPr>
            <p:ph idx="19"/>
          </p:nvPr>
        </p:nvSpPr>
        <p:spPr>
          <a:xfrm>
            <a:off x="479425" y="2523736"/>
            <a:ext cx="7382228" cy="2495901"/>
          </a:xfrm>
        </p:spPr>
        <p:txBody>
          <a:bodyPr>
            <a:normAutofit/>
          </a:bodyPr>
          <a:lstStyle>
            <a:lvl1pPr marL="0" indent="0">
              <a:lnSpc>
                <a:spcPts val="2120"/>
              </a:lnSpc>
              <a:buNone/>
              <a:defRPr sz="1600">
                <a:solidFill>
                  <a:schemeClr val="tx1"/>
                </a:solidFill>
                <a:latin typeface="Montserrat" pitchFamily="2" charset="77"/>
              </a:defRPr>
            </a:lvl1pPr>
            <a:lvl2pPr marL="742950" indent="-285750">
              <a:lnSpc>
                <a:spcPct val="100000"/>
              </a:lnSpc>
              <a:buFont typeface="Arial" panose="020B0604020202020204" pitchFamily="34" charset="0"/>
              <a:buChar char="•"/>
              <a:defRPr sz="1600">
                <a:solidFill>
                  <a:schemeClr val="tx1"/>
                </a:solidFill>
                <a:latin typeface="Montserrat" pitchFamily="2" charset="77"/>
              </a:defRPr>
            </a:lvl2pPr>
            <a:lvl3pPr>
              <a:lnSpc>
                <a:spcPct val="100000"/>
              </a:lnSpc>
              <a:defRPr sz="1400">
                <a:solidFill>
                  <a:schemeClr val="tx1"/>
                </a:solidFill>
                <a:latin typeface="Montserrat" pitchFamily="2" charset="77"/>
              </a:defRPr>
            </a:lvl3pPr>
            <a:lvl4pPr>
              <a:lnSpc>
                <a:spcPct val="100000"/>
              </a:lnSpc>
              <a:defRPr sz="1200">
                <a:solidFill>
                  <a:schemeClr val="tx1"/>
                </a:solidFill>
                <a:latin typeface="Montserrat" pitchFamily="2" charset="77"/>
              </a:defRPr>
            </a:lvl4pPr>
            <a:lvl5pPr>
              <a:lnSpc>
                <a:spcPct val="100000"/>
              </a:lnSpc>
              <a:defRPr sz="1200">
                <a:solidFill>
                  <a:schemeClr val="tx1"/>
                </a:solidFill>
                <a:latin typeface="Montserrat" pitchFamily="2" charset="77"/>
              </a:defRPr>
            </a:lvl5pPr>
          </a:lstStyle>
          <a:p>
            <a:pPr lvl="0"/>
            <a:r>
              <a:rPr lang="en-US"/>
              <a:t>Click to edit Master text styles</a:t>
            </a:r>
          </a:p>
        </p:txBody>
      </p:sp>
      <p:sp>
        <p:nvSpPr>
          <p:cNvPr id="9" name="TextBox 8">
            <a:extLst>
              <a:ext uri="{FF2B5EF4-FFF2-40B4-BE49-F238E27FC236}">
                <a16:creationId xmlns:a16="http://schemas.microsoft.com/office/drawing/2014/main" id="{1375D34B-6561-44DA-DB69-5A42F9D1912B}"/>
              </a:ext>
            </a:extLst>
          </p:cNvPr>
          <p:cNvSpPr txBox="1"/>
          <p:nvPr userDrawn="1"/>
        </p:nvSpPr>
        <p:spPr>
          <a:xfrm>
            <a:off x="14859000" y="4051300"/>
            <a:ext cx="184731" cy="369332"/>
          </a:xfrm>
          <a:prstGeom prst="rect">
            <a:avLst/>
          </a:prstGeom>
          <a:noFill/>
        </p:spPr>
        <p:txBody>
          <a:bodyPr wrap="none" rtlCol="0">
            <a:spAutoFit/>
          </a:bodyPr>
          <a:lstStyle/>
          <a:p>
            <a:endParaRPr lang="en-US" dirty="0"/>
          </a:p>
        </p:txBody>
      </p:sp>
      <p:sp>
        <p:nvSpPr>
          <p:cNvPr id="10" name="Text Placeholder 20">
            <a:extLst>
              <a:ext uri="{FF2B5EF4-FFF2-40B4-BE49-F238E27FC236}">
                <a16:creationId xmlns:a16="http://schemas.microsoft.com/office/drawing/2014/main" id="{056E0855-B9EC-4AD2-B98A-13BE0DA119AA}"/>
              </a:ext>
            </a:extLst>
          </p:cNvPr>
          <p:cNvSpPr>
            <a:spLocks noGrp="1"/>
          </p:cNvSpPr>
          <p:nvPr>
            <p:ph type="body" idx="22" hasCustomPrompt="1"/>
          </p:nvPr>
        </p:nvSpPr>
        <p:spPr>
          <a:xfrm>
            <a:off x="8181173" y="1768811"/>
            <a:ext cx="3531401" cy="1215549"/>
          </a:xfrm>
        </p:spPr>
        <p:txBody>
          <a:bodyPr anchor="t"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1" name="Plassholder for innhold 2">
            <a:extLst>
              <a:ext uri="{FF2B5EF4-FFF2-40B4-BE49-F238E27FC236}">
                <a16:creationId xmlns:a16="http://schemas.microsoft.com/office/drawing/2014/main" id="{32BA10E8-8D2B-AD2D-BD48-DA154419BA2A}"/>
              </a:ext>
            </a:extLst>
          </p:cNvPr>
          <p:cNvSpPr>
            <a:spLocks noGrp="1"/>
          </p:cNvSpPr>
          <p:nvPr>
            <p:ph idx="30" hasCustomPrompt="1"/>
          </p:nvPr>
        </p:nvSpPr>
        <p:spPr>
          <a:xfrm>
            <a:off x="479426" y="5298546"/>
            <a:ext cx="7382228" cy="566270"/>
          </a:xfrm>
        </p:spPr>
        <p:txBody>
          <a:bodyPr>
            <a:normAutofit/>
          </a:bodyPr>
          <a:lstStyle>
            <a:lvl1pPr marL="0" indent="0">
              <a:lnSpc>
                <a:spcPts val="212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sp>
        <p:nvSpPr>
          <p:cNvPr id="12" name="Text Placeholder 20">
            <a:extLst>
              <a:ext uri="{FF2B5EF4-FFF2-40B4-BE49-F238E27FC236}">
                <a16:creationId xmlns:a16="http://schemas.microsoft.com/office/drawing/2014/main" id="{AB70C5DC-1F75-639D-F8A5-FBB0A0450E1E}"/>
              </a:ext>
            </a:extLst>
          </p:cNvPr>
          <p:cNvSpPr>
            <a:spLocks noGrp="1"/>
          </p:cNvSpPr>
          <p:nvPr>
            <p:ph type="body" idx="31" hasCustomPrompt="1"/>
          </p:nvPr>
        </p:nvSpPr>
        <p:spPr>
          <a:xfrm>
            <a:off x="8181173" y="4044798"/>
            <a:ext cx="1940727" cy="974839"/>
          </a:xfrm>
        </p:spPr>
        <p:txBody>
          <a:bodyPr anchor="t"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 name="Title 6">
            <a:extLst>
              <a:ext uri="{FF2B5EF4-FFF2-40B4-BE49-F238E27FC236}">
                <a16:creationId xmlns:a16="http://schemas.microsoft.com/office/drawing/2014/main" id="{99704C32-3989-99B3-CF87-A15FA59408E3}"/>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Text Placeholder 20">
            <a:extLst>
              <a:ext uri="{FF2B5EF4-FFF2-40B4-BE49-F238E27FC236}">
                <a16:creationId xmlns:a16="http://schemas.microsoft.com/office/drawing/2014/main" id="{E5DAEE78-CEDC-104F-96D2-EC4A646AED50}"/>
              </a:ext>
            </a:extLst>
          </p:cNvPr>
          <p:cNvSpPr>
            <a:spLocks noGrp="1"/>
          </p:cNvSpPr>
          <p:nvPr>
            <p:ph type="body" idx="32" hasCustomPrompt="1"/>
          </p:nvPr>
        </p:nvSpPr>
        <p:spPr>
          <a:xfrm>
            <a:off x="477659" y="1768812"/>
            <a:ext cx="7382228"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 name="Plassholder for innhold 2">
            <a:extLst>
              <a:ext uri="{FF2B5EF4-FFF2-40B4-BE49-F238E27FC236}">
                <a16:creationId xmlns:a16="http://schemas.microsoft.com/office/drawing/2014/main" id="{9365C55D-36C9-B427-A5C1-0BDF9D90AF1A}"/>
              </a:ext>
            </a:extLst>
          </p:cNvPr>
          <p:cNvSpPr>
            <a:spLocks noGrp="1"/>
          </p:cNvSpPr>
          <p:nvPr>
            <p:ph idx="23"/>
          </p:nvPr>
        </p:nvSpPr>
        <p:spPr>
          <a:xfrm>
            <a:off x="8181173" y="3173384"/>
            <a:ext cx="3531600"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6" name="Plassholder for innhold 2">
            <a:extLst>
              <a:ext uri="{FF2B5EF4-FFF2-40B4-BE49-F238E27FC236}">
                <a16:creationId xmlns:a16="http://schemas.microsoft.com/office/drawing/2014/main" id="{5E76C479-98A2-8A4C-E5AF-051F1F3C4721}"/>
              </a:ext>
            </a:extLst>
          </p:cNvPr>
          <p:cNvSpPr>
            <a:spLocks noGrp="1"/>
          </p:cNvSpPr>
          <p:nvPr>
            <p:ph idx="33"/>
          </p:nvPr>
        </p:nvSpPr>
        <p:spPr>
          <a:xfrm>
            <a:off x="8181173" y="5298546"/>
            <a:ext cx="1940727"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7" name="Picture 6" descr="A logo with red text&#10;&#10;Description automatically generated">
            <a:extLst>
              <a:ext uri="{FF2B5EF4-FFF2-40B4-BE49-F238E27FC236}">
                <a16:creationId xmlns:a16="http://schemas.microsoft.com/office/drawing/2014/main" id="{62CC1534-20AF-1558-06AB-2C9C52FA3805}"/>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9788438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ta visualisation x3 with subtitle">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23" name="Plassholder for innhold 2">
            <a:extLst>
              <a:ext uri="{FF2B5EF4-FFF2-40B4-BE49-F238E27FC236}">
                <a16:creationId xmlns:a16="http://schemas.microsoft.com/office/drawing/2014/main" id="{A19A7692-8EC0-A07A-1F06-1D5D1D9F596F}"/>
              </a:ext>
            </a:extLst>
          </p:cNvPr>
          <p:cNvSpPr>
            <a:spLocks noGrp="1"/>
          </p:cNvSpPr>
          <p:nvPr>
            <p:ph idx="19"/>
          </p:nvPr>
        </p:nvSpPr>
        <p:spPr>
          <a:xfrm>
            <a:off x="4330200" y="4003964"/>
            <a:ext cx="7382228" cy="1100472"/>
          </a:xfrm>
        </p:spPr>
        <p:txBody>
          <a:bodyPr>
            <a:normAutofit/>
          </a:bodyPr>
          <a:lstStyle>
            <a:lvl1pPr marL="0" indent="0">
              <a:lnSpc>
                <a:spcPts val="2400"/>
              </a:lnSpc>
              <a:buNone/>
              <a:defRPr sz="1800" b="0">
                <a:solidFill>
                  <a:schemeClr val="tx1"/>
                </a:solidFill>
                <a:latin typeface="Montserrat" pitchFamily="2" charset="77"/>
              </a:defRPr>
            </a:lvl1pPr>
            <a:lvl2pPr>
              <a:lnSpc>
                <a:spcPct val="100000"/>
              </a:lnSpc>
              <a:defRPr sz="1600">
                <a:solidFill>
                  <a:schemeClr val="tx1"/>
                </a:solidFill>
                <a:latin typeface="Montserrat" pitchFamily="2" charset="77"/>
              </a:defRPr>
            </a:lvl2pPr>
            <a:lvl3pPr>
              <a:lnSpc>
                <a:spcPct val="100000"/>
              </a:lnSpc>
              <a:defRPr sz="1400">
                <a:solidFill>
                  <a:schemeClr val="tx1"/>
                </a:solidFill>
                <a:latin typeface="Montserrat" pitchFamily="2" charset="77"/>
              </a:defRPr>
            </a:lvl3pPr>
            <a:lvl4pPr>
              <a:lnSpc>
                <a:spcPct val="100000"/>
              </a:lnSpc>
              <a:defRPr sz="1200">
                <a:solidFill>
                  <a:schemeClr val="tx1"/>
                </a:solidFill>
                <a:latin typeface="Montserrat" pitchFamily="2" charset="77"/>
              </a:defRPr>
            </a:lvl4pPr>
            <a:lvl5pPr>
              <a:lnSpc>
                <a:spcPct val="100000"/>
              </a:lnSpc>
              <a:defRPr sz="1200">
                <a:solidFill>
                  <a:schemeClr val="tx1"/>
                </a:solidFill>
                <a:latin typeface="Montserrat" pitchFamily="2" charset="77"/>
              </a:defRPr>
            </a:lvl5pPr>
          </a:lstStyle>
          <a:p>
            <a:pPr lvl="0"/>
            <a:r>
              <a:rPr lang="en-US"/>
              <a:t>Click to edit Master text styles</a:t>
            </a:r>
          </a:p>
        </p:txBody>
      </p:sp>
      <p:sp>
        <p:nvSpPr>
          <p:cNvPr id="46" name="Text Placeholder 20">
            <a:extLst>
              <a:ext uri="{FF2B5EF4-FFF2-40B4-BE49-F238E27FC236}">
                <a16:creationId xmlns:a16="http://schemas.microsoft.com/office/drawing/2014/main" id="{6F7A03D9-8A29-659C-61BA-8ED553C00B07}"/>
              </a:ext>
            </a:extLst>
          </p:cNvPr>
          <p:cNvSpPr>
            <a:spLocks noGrp="1"/>
          </p:cNvSpPr>
          <p:nvPr>
            <p:ph type="body" idx="22" hasCustomPrompt="1"/>
          </p:nvPr>
        </p:nvSpPr>
        <p:spPr>
          <a:xfrm>
            <a:off x="479179" y="1764242"/>
            <a:ext cx="3531600" cy="1214575"/>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7" name="Plassholder for innhold 2">
            <a:extLst>
              <a:ext uri="{FF2B5EF4-FFF2-40B4-BE49-F238E27FC236}">
                <a16:creationId xmlns:a16="http://schemas.microsoft.com/office/drawing/2014/main" id="{46A44F61-AD53-9B7A-1297-52DC3A41CDBD}"/>
              </a:ext>
            </a:extLst>
          </p:cNvPr>
          <p:cNvSpPr>
            <a:spLocks noGrp="1"/>
          </p:cNvSpPr>
          <p:nvPr>
            <p:ph idx="23"/>
          </p:nvPr>
        </p:nvSpPr>
        <p:spPr>
          <a:xfrm>
            <a:off x="479179" y="3105049"/>
            <a:ext cx="3531600"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8" name="Text Placeholder 20">
            <a:extLst>
              <a:ext uri="{FF2B5EF4-FFF2-40B4-BE49-F238E27FC236}">
                <a16:creationId xmlns:a16="http://schemas.microsoft.com/office/drawing/2014/main" id="{C7CD6CD2-2E61-24B5-2CA8-8958CAF78407}"/>
              </a:ext>
            </a:extLst>
          </p:cNvPr>
          <p:cNvSpPr>
            <a:spLocks noGrp="1"/>
          </p:cNvSpPr>
          <p:nvPr>
            <p:ph type="body" idx="28" hasCustomPrompt="1"/>
          </p:nvPr>
        </p:nvSpPr>
        <p:spPr>
          <a:xfrm>
            <a:off x="8181223" y="1764242"/>
            <a:ext cx="3531600" cy="1214575"/>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9" name="Plassholder for innhold 2">
            <a:extLst>
              <a:ext uri="{FF2B5EF4-FFF2-40B4-BE49-F238E27FC236}">
                <a16:creationId xmlns:a16="http://schemas.microsoft.com/office/drawing/2014/main" id="{1D7455E6-09DA-5C73-FCD7-440D99C2789A}"/>
              </a:ext>
            </a:extLst>
          </p:cNvPr>
          <p:cNvSpPr>
            <a:spLocks noGrp="1"/>
          </p:cNvSpPr>
          <p:nvPr>
            <p:ph idx="29"/>
          </p:nvPr>
        </p:nvSpPr>
        <p:spPr>
          <a:xfrm>
            <a:off x="8181223" y="3105049"/>
            <a:ext cx="3531600"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50" name="Text Placeholder 20">
            <a:extLst>
              <a:ext uri="{FF2B5EF4-FFF2-40B4-BE49-F238E27FC236}">
                <a16:creationId xmlns:a16="http://schemas.microsoft.com/office/drawing/2014/main" id="{DFCDCA3A-B486-8DDB-AFB8-5C30F8971134}"/>
              </a:ext>
            </a:extLst>
          </p:cNvPr>
          <p:cNvSpPr>
            <a:spLocks noGrp="1"/>
          </p:cNvSpPr>
          <p:nvPr>
            <p:ph type="body" idx="31" hasCustomPrompt="1"/>
          </p:nvPr>
        </p:nvSpPr>
        <p:spPr>
          <a:xfrm>
            <a:off x="4330200" y="1764242"/>
            <a:ext cx="3531600" cy="1214575"/>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1" name="Plassholder for innhold 2">
            <a:extLst>
              <a:ext uri="{FF2B5EF4-FFF2-40B4-BE49-F238E27FC236}">
                <a16:creationId xmlns:a16="http://schemas.microsoft.com/office/drawing/2014/main" id="{80EA3FEB-9E9E-62AA-BF2D-3E89A81DD842}"/>
              </a:ext>
            </a:extLst>
          </p:cNvPr>
          <p:cNvSpPr>
            <a:spLocks noGrp="1"/>
          </p:cNvSpPr>
          <p:nvPr>
            <p:ph idx="32"/>
          </p:nvPr>
        </p:nvSpPr>
        <p:spPr>
          <a:xfrm>
            <a:off x="4330200" y="3105049"/>
            <a:ext cx="3531600"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2" name="Picture 1" descr="A black background with a black square&#10;&#10;Description automatically generated">
            <a:extLst>
              <a:ext uri="{FF2B5EF4-FFF2-40B4-BE49-F238E27FC236}">
                <a16:creationId xmlns:a16="http://schemas.microsoft.com/office/drawing/2014/main" id="{B6C6FB5C-BDC2-D08E-D51B-F918865353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42684" y="4102098"/>
            <a:ext cx="21553730" cy="2660400"/>
          </a:xfrm>
          <a:prstGeom prst="rect">
            <a:avLst/>
          </a:prstGeom>
        </p:spPr>
      </p:pic>
      <p:sp>
        <p:nvSpPr>
          <p:cNvPr id="3" name="Title 6">
            <a:extLst>
              <a:ext uri="{FF2B5EF4-FFF2-40B4-BE49-F238E27FC236}">
                <a16:creationId xmlns:a16="http://schemas.microsoft.com/office/drawing/2014/main" id="{6E0FD2E2-766A-0BE6-9243-5A18FF6CB12F}"/>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Plassholder for innhold 2">
            <a:extLst>
              <a:ext uri="{FF2B5EF4-FFF2-40B4-BE49-F238E27FC236}">
                <a16:creationId xmlns:a16="http://schemas.microsoft.com/office/drawing/2014/main" id="{2AF4A476-5F86-6841-40FA-AF97E0018A9F}"/>
              </a:ext>
            </a:extLst>
          </p:cNvPr>
          <p:cNvSpPr>
            <a:spLocks noGrp="1"/>
          </p:cNvSpPr>
          <p:nvPr>
            <p:ph idx="30" hasCustomPrompt="1"/>
          </p:nvPr>
        </p:nvSpPr>
        <p:spPr>
          <a:xfrm>
            <a:off x="4330200" y="5298546"/>
            <a:ext cx="7382228" cy="566270"/>
          </a:xfrm>
        </p:spPr>
        <p:txBody>
          <a:bodyPr>
            <a:normAutofit/>
          </a:bodyPr>
          <a:lstStyle>
            <a:lvl1pPr marL="0" indent="0">
              <a:lnSpc>
                <a:spcPts val="212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pic>
        <p:nvPicPr>
          <p:cNvPr id="5" name="Picture 4" descr="A logo with red text&#10;&#10;Description automatically generated">
            <a:extLst>
              <a:ext uri="{FF2B5EF4-FFF2-40B4-BE49-F238E27FC236}">
                <a16:creationId xmlns:a16="http://schemas.microsoft.com/office/drawing/2014/main" id="{D407F97D-6744-19EF-0669-50B408A080B8}"/>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6407062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ta visualisation x3">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pic>
        <p:nvPicPr>
          <p:cNvPr id="5" name="Picture 4" descr="A black background with a black square&#10;&#10;Description automatically generated">
            <a:extLst>
              <a:ext uri="{FF2B5EF4-FFF2-40B4-BE49-F238E27FC236}">
                <a16:creationId xmlns:a16="http://schemas.microsoft.com/office/drawing/2014/main" id="{42EC2034-31C2-0C8C-5A03-2886475735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42683" y="4102099"/>
            <a:ext cx="21534683" cy="2658049"/>
          </a:xfrm>
          <a:prstGeom prst="rect">
            <a:avLst/>
          </a:prstGeom>
        </p:spPr>
      </p:pic>
      <p:sp>
        <p:nvSpPr>
          <p:cNvPr id="46" name="Text Placeholder 20">
            <a:extLst>
              <a:ext uri="{FF2B5EF4-FFF2-40B4-BE49-F238E27FC236}">
                <a16:creationId xmlns:a16="http://schemas.microsoft.com/office/drawing/2014/main" id="{6F7A03D9-8A29-659C-61BA-8ED553C00B07}"/>
              </a:ext>
            </a:extLst>
          </p:cNvPr>
          <p:cNvSpPr>
            <a:spLocks noGrp="1"/>
          </p:cNvSpPr>
          <p:nvPr>
            <p:ph type="body" idx="22" hasCustomPrompt="1"/>
          </p:nvPr>
        </p:nvSpPr>
        <p:spPr>
          <a:xfrm>
            <a:off x="479179" y="2550206"/>
            <a:ext cx="3531600" cy="731471"/>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7" name="Plassholder for innhold 2">
            <a:extLst>
              <a:ext uri="{FF2B5EF4-FFF2-40B4-BE49-F238E27FC236}">
                <a16:creationId xmlns:a16="http://schemas.microsoft.com/office/drawing/2014/main" id="{46A44F61-AD53-9B7A-1297-52DC3A41CDBD}"/>
              </a:ext>
            </a:extLst>
          </p:cNvPr>
          <p:cNvSpPr>
            <a:spLocks noGrp="1"/>
          </p:cNvSpPr>
          <p:nvPr>
            <p:ph idx="23"/>
          </p:nvPr>
        </p:nvSpPr>
        <p:spPr>
          <a:xfrm>
            <a:off x="479179" y="3407909"/>
            <a:ext cx="3531600" cy="500078"/>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8" name="Text Placeholder 20">
            <a:extLst>
              <a:ext uri="{FF2B5EF4-FFF2-40B4-BE49-F238E27FC236}">
                <a16:creationId xmlns:a16="http://schemas.microsoft.com/office/drawing/2014/main" id="{C7CD6CD2-2E61-24B5-2CA8-8958CAF78407}"/>
              </a:ext>
            </a:extLst>
          </p:cNvPr>
          <p:cNvSpPr>
            <a:spLocks noGrp="1"/>
          </p:cNvSpPr>
          <p:nvPr>
            <p:ph type="body" idx="28" hasCustomPrompt="1"/>
          </p:nvPr>
        </p:nvSpPr>
        <p:spPr>
          <a:xfrm>
            <a:off x="8181223" y="2550206"/>
            <a:ext cx="3531600" cy="731471"/>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9" name="Plassholder for innhold 2">
            <a:extLst>
              <a:ext uri="{FF2B5EF4-FFF2-40B4-BE49-F238E27FC236}">
                <a16:creationId xmlns:a16="http://schemas.microsoft.com/office/drawing/2014/main" id="{1D7455E6-09DA-5C73-FCD7-440D99C2789A}"/>
              </a:ext>
            </a:extLst>
          </p:cNvPr>
          <p:cNvSpPr>
            <a:spLocks noGrp="1"/>
          </p:cNvSpPr>
          <p:nvPr>
            <p:ph idx="29"/>
          </p:nvPr>
        </p:nvSpPr>
        <p:spPr>
          <a:xfrm>
            <a:off x="8181223" y="3407909"/>
            <a:ext cx="3531600" cy="500078"/>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50" name="Text Placeholder 20">
            <a:extLst>
              <a:ext uri="{FF2B5EF4-FFF2-40B4-BE49-F238E27FC236}">
                <a16:creationId xmlns:a16="http://schemas.microsoft.com/office/drawing/2014/main" id="{DFCDCA3A-B486-8DDB-AFB8-5C30F8971134}"/>
              </a:ext>
            </a:extLst>
          </p:cNvPr>
          <p:cNvSpPr>
            <a:spLocks noGrp="1"/>
          </p:cNvSpPr>
          <p:nvPr>
            <p:ph type="body" idx="31" hasCustomPrompt="1"/>
          </p:nvPr>
        </p:nvSpPr>
        <p:spPr>
          <a:xfrm>
            <a:off x="4330200" y="2550206"/>
            <a:ext cx="3531600" cy="731471"/>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1" name="Plassholder for innhold 2">
            <a:extLst>
              <a:ext uri="{FF2B5EF4-FFF2-40B4-BE49-F238E27FC236}">
                <a16:creationId xmlns:a16="http://schemas.microsoft.com/office/drawing/2014/main" id="{80EA3FEB-9E9E-62AA-BF2D-3E89A81DD842}"/>
              </a:ext>
            </a:extLst>
          </p:cNvPr>
          <p:cNvSpPr>
            <a:spLocks noGrp="1"/>
          </p:cNvSpPr>
          <p:nvPr>
            <p:ph idx="32"/>
          </p:nvPr>
        </p:nvSpPr>
        <p:spPr>
          <a:xfrm>
            <a:off x="4330200" y="3407909"/>
            <a:ext cx="3531600" cy="500078"/>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54" name="Text Placeholder 20">
            <a:extLst>
              <a:ext uri="{FF2B5EF4-FFF2-40B4-BE49-F238E27FC236}">
                <a16:creationId xmlns:a16="http://schemas.microsoft.com/office/drawing/2014/main" id="{5054672B-4741-1FC1-E5A6-9AB9729C7B3F}"/>
              </a:ext>
            </a:extLst>
          </p:cNvPr>
          <p:cNvSpPr>
            <a:spLocks noGrp="1"/>
          </p:cNvSpPr>
          <p:nvPr>
            <p:ph type="body" idx="34" hasCustomPrompt="1"/>
          </p:nvPr>
        </p:nvSpPr>
        <p:spPr>
          <a:xfrm>
            <a:off x="479176" y="1768813"/>
            <a:ext cx="11233149" cy="544438"/>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56" name="Title 6">
            <a:extLst>
              <a:ext uri="{FF2B5EF4-FFF2-40B4-BE49-F238E27FC236}">
                <a16:creationId xmlns:a16="http://schemas.microsoft.com/office/drawing/2014/main" id="{04362EDA-56CB-35B3-F173-802F8565678F}"/>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4" name="Plassholder for innhold 2">
            <a:extLst>
              <a:ext uri="{FF2B5EF4-FFF2-40B4-BE49-F238E27FC236}">
                <a16:creationId xmlns:a16="http://schemas.microsoft.com/office/drawing/2014/main" id="{F9A5F071-54DB-1F14-99DE-BAB22DCC2C19}"/>
              </a:ext>
            </a:extLst>
          </p:cNvPr>
          <p:cNvSpPr>
            <a:spLocks noGrp="1"/>
          </p:cNvSpPr>
          <p:nvPr>
            <p:ph idx="35"/>
          </p:nvPr>
        </p:nvSpPr>
        <p:spPr>
          <a:xfrm>
            <a:off x="4330200" y="4102098"/>
            <a:ext cx="7382228" cy="1002337"/>
          </a:xfrm>
        </p:spPr>
        <p:txBody>
          <a:bodyPr>
            <a:normAutofit/>
          </a:bodyPr>
          <a:lstStyle>
            <a:lvl1pPr marL="0" indent="0">
              <a:lnSpc>
                <a:spcPts val="2400"/>
              </a:lnSpc>
              <a:buNone/>
              <a:defRPr sz="1800" b="0">
                <a:solidFill>
                  <a:schemeClr val="tx1"/>
                </a:solidFill>
                <a:latin typeface="Montserrat" pitchFamily="2" charset="77"/>
              </a:defRPr>
            </a:lvl1pPr>
            <a:lvl2pPr>
              <a:lnSpc>
                <a:spcPct val="100000"/>
              </a:lnSpc>
              <a:defRPr sz="1600">
                <a:solidFill>
                  <a:schemeClr val="tx1"/>
                </a:solidFill>
                <a:latin typeface="Montserrat" pitchFamily="2" charset="77"/>
              </a:defRPr>
            </a:lvl2pPr>
            <a:lvl3pPr>
              <a:lnSpc>
                <a:spcPct val="100000"/>
              </a:lnSpc>
              <a:defRPr sz="1400">
                <a:solidFill>
                  <a:schemeClr val="tx1"/>
                </a:solidFill>
                <a:latin typeface="Montserrat" pitchFamily="2" charset="77"/>
              </a:defRPr>
            </a:lvl3pPr>
            <a:lvl4pPr>
              <a:lnSpc>
                <a:spcPct val="100000"/>
              </a:lnSpc>
              <a:defRPr sz="1200">
                <a:solidFill>
                  <a:schemeClr val="tx1"/>
                </a:solidFill>
                <a:latin typeface="Montserrat" pitchFamily="2" charset="77"/>
              </a:defRPr>
            </a:lvl4pPr>
            <a:lvl5pPr>
              <a:lnSpc>
                <a:spcPct val="100000"/>
              </a:lnSpc>
              <a:defRPr sz="1200">
                <a:solidFill>
                  <a:schemeClr val="tx1"/>
                </a:solidFill>
                <a:latin typeface="Montserrat" pitchFamily="2" charset="77"/>
              </a:defRPr>
            </a:lvl5pPr>
          </a:lstStyle>
          <a:p>
            <a:pPr lvl="0"/>
            <a:r>
              <a:rPr lang="en-US"/>
              <a:t>Click to edit Master text styles</a:t>
            </a:r>
          </a:p>
        </p:txBody>
      </p:sp>
      <p:sp>
        <p:nvSpPr>
          <p:cNvPr id="6" name="Plassholder for innhold 2">
            <a:extLst>
              <a:ext uri="{FF2B5EF4-FFF2-40B4-BE49-F238E27FC236}">
                <a16:creationId xmlns:a16="http://schemas.microsoft.com/office/drawing/2014/main" id="{2FC55526-119E-B219-EEE5-D33258516D6D}"/>
              </a:ext>
            </a:extLst>
          </p:cNvPr>
          <p:cNvSpPr>
            <a:spLocks noGrp="1"/>
          </p:cNvSpPr>
          <p:nvPr>
            <p:ph idx="30" hasCustomPrompt="1"/>
          </p:nvPr>
        </p:nvSpPr>
        <p:spPr>
          <a:xfrm>
            <a:off x="4330200" y="5298546"/>
            <a:ext cx="7382228" cy="566270"/>
          </a:xfrm>
        </p:spPr>
        <p:txBody>
          <a:bodyPr>
            <a:normAutofit/>
          </a:bodyPr>
          <a:lstStyle>
            <a:lvl1pPr marL="0" indent="0">
              <a:lnSpc>
                <a:spcPts val="212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pic>
        <p:nvPicPr>
          <p:cNvPr id="2" name="Picture 1" descr="A logo with red text&#10;&#10;Description automatically generated">
            <a:extLst>
              <a:ext uri="{FF2B5EF4-FFF2-40B4-BE49-F238E27FC236}">
                <a16:creationId xmlns:a16="http://schemas.microsoft.com/office/drawing/2014/main" id="{0DFEF1C9-986F-3035-46A0-47EAFD4A5ED3}"/>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7439569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ta visualisation x4">
    <p:bg>
      <p:bgRef idx="1001">
        <a:schemeClr val="bg1"/>
      </p:bgRef>
    </p:bg>
    <p:spTree>
      <p:nvGrpSpPr>
        <p:cNvPr id="1" name=""/>
        <p:cNvGrpSpPr/>
        <p:nvPr/>
      </p:nvGrpSpPr>
      <p:grpSpPr>
        <a:xfrm>
          <a:off x="0" y="0"/>
          <a:ext cx="0" cy="0"/>
          <a:chOff x="0" y="0"/>
          <a:chExt cx="0" cy="0"/>
        </a:xfrm>
      </p:grpSpPr>
      <p:pic>
        <p:nvPicPr>
          <p:cNvPr id="43" name="Picture 42" descr="A black background with a black square&#10;&#10;Description automatically generated">
            <a:extLst>
              <a:ext uri="{FF2B5EF4-FFF2-40B4-BE49-F238E27FC236}">
                <a16:creationId xmlns:a16="http://schemas.microsoft.com/office/drawing/2014/main" id="{5A0B365E-27D4-0FED-76BB-0F89572E7EA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15323" y="3796429"/>
            <a:ext cx="16377362" cy="2848644"/>
          </a:xfrm>
          <a:prstGeom prst="rect">
            <a:avLst/>
          </a:prstGeom>
        </p:spPr>
      </p:pic>
      <p:pic>
        <p:nvPicPr>
          <p:cNvPr id="39" name="Graphic 38">
            <a:extLst>
              <a:ext uri="{FF2B5EF4-FFF2-40B4-BE49-F238E27FC236}">
                <a16:creationId xmlns:a16="http://schemas.microsoft.com/office/drawing/2014/main" id="{E99F29D5-08A1-0104-C820-03005C83DB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1439" y="3648765"/>
            <a:ext cx="4118081" cy="3263501"/>
          </a:xfrm>
          <a:prstGeom prst="rect">
            <a:avLst/>
          </a:prstGeom>
        </p:spPr>
      </p:pic>
      <p:sp>
        <p:nvSpPr>
          <p:cNvPr id="2" name="Text Placeholder 20">
            <a:extLst>
              <a:ext uri="{FF2B5EF4-FFF2-40B4-BE49-F238E27FC236}">
                <a16:creationId xmlns:a16="http://schemas.microsoft.com/office/drawing/2014/main" id="{DA340B1C-C5C1-D8E0-5FAD-2C1F7D708120}"/>
              </a:ext>
            </a:extLst>
          </p:cNvPr>
          <p:cNvSpPr>
            <a:spLocks noGrp="1"/>
          </p:cNvSpPr>
          <p:nvPr>
            <p:ph type="body" idx="20" hasCustomPrompt="1"/>
          </p:nvPr>
        </p:nvSpPr>
        <p:spPr>
          <a:xfrm>
            <a:off x="479425" y="1768812"/>
            <a:ext cx="4556599" cy="1660188"/>
          </a:xfrm>
        </p:spPr>
        <p:txBody>
          <a:bodyPr>
            <a:noAutofit/>
          </a:bodyPr>
          <a:lstStyle>
            <a:lvl1pPr marL="11113" indent="-11113">
              <a:lnSpc>
                <a:spcPts val="2400"/>
              </a:lnSpc>
              <a:buNone/>
              <a:tabLst/>
              <a:defRPr lang="en-GB" sz="1800" b="0" i="0" kern="1200" dirty="0">
                <a:solidFill>
                  <a:schemeClr val="tx1"/>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 name="Text Placeholder 20">
            <a:extLst>
              <a:ext uri="{FF2B5EF4-FFF2-40B4-BE49-F238E27FC236}">
                <a16:creationId xmlns:a16="http://schemas.microsoft.com/office/drawing/2014/main" id="{48A4F945-E454-DF0D-180D-5494DA5C34A7}"/>
              </a:ext>
            </a:extLst>
          </p:cNvPr>
          <p:cNvSpPr>
            <a:spLocks noGrp="1"/>
          </p:cNvSpPr>
          <p:nvPr>
            <p:ph type="body" idx="22" hasCustomPrompt="1"/>
          </p:nvPr>
        </p:nvSpPr>
        <p:spPr>
          <a:xfrm>
            <a:off x="5289975" y="176881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Plassholder for innhold 2">
            <a:extLst>
              <a:ext uri="{FF2B5EF4-FFF2-40B4-BE49-F238E27FC236}">
                <a16:creationId xmlns:a16="http://schemas.microsoft.com/office/drawing/2014/main" id="{39CC3AB8-8738-9AAA-2724-B680EF3871D5}"/>
              </a:ext>
            </a:extLst>
          </p:cNvPr>
          <p:cNvSpPr>
            <a:spLocks noGrp="1"/>
          </p:cNvSpPr>
          <p:nvPr>
            <p:ph idx="23"/>
          </p:nvPr>
        </p:nvSpPr>
        <p:spPr>
          <a:xfrm>
            <a:off x="5289973" y="28273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0" name="Text Placeholder 20">
            <a:extLst>
              <a:ext uri="{FF2B5EF4-FFF2-40B4-BE49-F238E27FC236}">
                <a16:creationId xmlns:a16="http://schemas.microsoft.com/office/drawing/2014/main" id="{B5D2EE45-631B-E2C7-FF7A-B1B11D5F112D}"/>
              </a:ext>
            </a:extLst>
          </p:cNvPr>
          <p:cNvSpPr>
            <a:spLocks noGrp="1"/>
          </p:cNvSpPr>
          <p:nvPr>
            <p:ph type="body" idx="24" hasCustomPrompt="1"/>
          </p:nvPr>
        </p:nvSpPr>
        <p:spPr>
          <a:xfrm>
            <a:off x="8746311" y="177702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1" name="Plassholder for innhold 2">
            <a:extLst>
              <a:ext uri="{FF2B5EF4-FFF2-40B4-BE49-F238E27FC236}">
                <a16:creationId xmlns:a16="http://schemas.microsoft.com/office/drawing/2014/main" id="{92F0F9F9-40E7-056B-2561-0A10C3B7869D}"/>
              </a:ext>
            </a:extLst>
          </p:cNvPr>
          <p:cNvSpPr>
            <a:spLocks noGrp="1"/>
          </p:cNvSpPr>
          <p:nvPr>
            <p:ph idx="25"/>
          </p:nvPr>
        </p:nvSpPr>
        <p:spPr>
          <a:xfrm>
            <a:off x="8746309" y="28273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2" name="Text Placeholder 20">
            <a:extLst>
              <a:ext uri="{FF2B5EF4-FFF2-40B4-BE49-F238E27FC236}">
                <a16:creationId xmlns:a16="http://schemas.microsoft.com/office/drawing/2014/main" id="{296E385B-6120-7D16-1561-6E01D916F360}"/>
              </a:ext>
            </a:extLst>
          </p:cNvPr>
          <p:cNvSpPr>
            <a:spLocks noGrp="1"/>
          </p:cNvSpPr>
          <p:nvPr>
            <p:ph type="body" idx="26" hasCustomPrompt="1"/>
          </p:nvPr>
        </p:nvSpPr>
        <p:spPr>
          <a:xfrm>
            <a:off x="5289973" y="386521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3" name="Plassholder for innhold 2">
            <a:extLst>
              <a:ext uri="{FF2B5EF4-FFF2-40B4-BE49-F238E27FC236}">
                <a16:creationId xmlns:a16="http://schemas.microsoft.com/office/drawing/2014/main" id="{56B76230-CD81-5D17-C1D8-EF539021EBF7}"/>
              </a:ext>
            </a:extLst>
          </p:cNvPr>
          <p:cNvSpPr>
            <a:spLocks noGrp="1"/>
          </p:cNvSpPr>
          <p:nvPr>
            <p:ph idx="27"/>
          </p:nvPr>
        </p:nvSpPr>
        <p:spPr>
          <a:xfrm>
            <a:off x="5289971" y="49237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4" name="Text Placeholder 20">
            <a:extLst>
              <a:ext uri="{FF2B5EF4-FFF2-40B4-BE49-F238E27FC236}">
                <a16:creationId xmlns:a16="http://schemas.microsoft.com/office/drawing/2014/main" id="{3DDEF320-0641-909C-BC1F-58E94FFAD432}"/>
              </a:ext>
            </a:extLst>
          </p:cNvPr>
          <p:cNvSpPr>
            <a:spLocks noGrp="1"/>
          </p:cNvSpPr>
          <p:nvPr>
            <p:ph type="body" idx="28" hasCustomPrompt="1"/>
          </p:nvPr>
        </p:nvSpPr>
        <p:spPr>
          <a:xfrm>
            <a:off x="8746309" y="387342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5" name="Plassholder for innhold 2">
            <a:extLst>
              <a:ext uri="{FF2B5EF4-FFF2-40B4-BE49-F238E27FC236}">
                <a16:creationId xmlns:a16="http://schemas.microsoft.com/office/drawing/2014/main" id="{5EE34322-4624-2AE7-63E2-92FCAF855975}"/>
              </a:ext>
            </a:extLst>
          </p:cNvPr>
          <p:cNvSpPr>
            <a:spLocks noGrp="1"/>
          </p:cNvSpPr>
          <p:nvPr>
            <p:ph idx="29"/>
          </p:nvPr>
        </p:nvSpPr>
        <p:spPr>
          <a:xfrm>
            <a:off x="8746307" y="49237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7" name="Plassholder for innhold 2">
            <a:extLst>
              <a:ext uri="{FF2B5EF4-FFF2-40B4-BE49-F238E27FC236}">
                <a16:creationId xmlns:a16="http://schemas.microsoft.com/office/drawing/2014/main" id="{06C558AC-5E1F-E09B-F609-752007AF257A}"/>
              </a:ext>
            </a:extLst>
          </p:cNvPr>
          <p:cNvSpPr>
            <a:spLocks noGrp="1"/>
          </p:cNvSpPr>
          <p:nvPr>
            <p:ph idx="30" hasCustomPrompt="1"/>
          </p:nvPr>
        </p:nvSpPr>
        <p:spPr>
          <a:xfrm>
            <a:off x="5289971" y="5793569"/>
            <a:ext cx="6418915" cy="566270"/>
          </a:xfrm>
        </p:spPr>
        <p:txBody>
          <a:bodyPr>
            <a:normAutofit/>
          </a:bodyPr>
          <a:lstStyle>
            <a:lvl1pPr marL="0" indent="0" algn="r">
              <a:lnSpc>
                <a:spcPts val="210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9" name="Title 6">
            <a:extLst>
              <a:ext uri="{FF2B5EF4-FFF2-40B4-BE49-F238E27FC236}">
                <a16:creationId xmlns:a16="http://schemas.microsoft.com/office/drawing/2014/main" id="{C4580B4A-1456-8D30-4A30-B6662D0D3ACC}"/>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pic>
        <p:nvPicPr>
          <p:cNvPr id="3" name="Picture 2" descr="A logo with red text&#10;&#10;Description automatically generated">
            <a:extLst>
              <a:ext uri="{FF2B5EF4-FFF2-40B4-BE49-F238E27FC236}">
                <a16:creationId xmlns:a16="http://schemas.microsoft.com/office/drawing/2014/main" id="{D0548BD5-1FFD-CAB5-4D23-B57579FA6E8E}"/>
              </a:ext>
            </a:extLst>
          </p:cNvPr>
          <p:cNvPicPr>
            <a:picLocks noChangeAspect="1"/>
          </p:cNvPicPr>
          <p:nvPr userDrawn="1"/>
        </p:nvPicPr>
        <p:blipFill>
          <a:blip r:embed="rId5"/>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79551496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ta visualisation x4 with subtitle">
    <p:bg>
      <p:bgRef idx="1001">
        <a:schemeClr val="bg1"/>
      </p:bgRef>
    </p:bg>
    <p:spTree>
      <p:nvGrpSpPr>
        <p:cNvPr id="1" name=""/>
        <p:cNvGrpSpPr/>
        <p:nvPr/>
      </p:nvGrpSpPr>
      <p:grpSpPr>
        <a:xfrm>
          <a:off x="0" y="0"/>
          <a:ext cx="0" cy="0"/>
          <a:chOff x="0" y="0"/>
          <a:chExt cx="0" cy="0"/>
        </a:xfrm>
      </p:grpSpPr>
      <p:pic>
        <p:nvPicPr>
          <p:cNvPr id="43" name="Picture 42" descr="A black background with a black square&#10;&#10;Description automatically generated">
            <a:extLst>
              <a:ext uri="{FF2B5EF4-FFF2-40B4-BE49-F238E27FC236}">
                <a16:creationId xmlns:a16="http://schemas.microsoft.com/office/drawing/2014/main" id="{5A0B365E-27D4-0FED-76BB-0F89572E7EA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15323" y="3796429"/>
            <a:ext cx="16377362" cy="2848644"/>
          </a:xfrm>
          <a:prstGeom prst="rect">
            <a:avLst/>
          </a:prstGeom>
        </p:spPr>
      </p:pic>
      <p:pic>
        <p:nvPicPr>
          <p:cNvPr id="39" name="Graphic 38">
            <a:extLst>
              <a:ext uri="{FF2B5EF4-FFF2-40B4-BE49-F238E27FC236}">
                <a16:creationId xmlns:a16="http://schemas.microsoft.com/office/drawing/2014/main" id="{E99F29D5-08A1-0104-C820-03005C83DB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1439" y="3648765"/>
            <a:ext cx="4118081" cy="3263501"/>
          </a:xfrm>
          <a:prstGeom prst="rect">
            <a:avLst/>
          </a:prstGeom>
        </p:spPr>
      </p:pic>
      <p:sp>
        <p:nvSpPr>
          <p:cNvPr id="2" name="Text Placeholder 20">
            <a:extLst>
              <a:ext uri="{FF2B5EF4-FFF2-40B4-BE49-F238E27FC236}">
                <a16:creationId xmlns:a16="http://schemas.microsoft.com/office/drawing/2014/main" id="{DA340B1C-C5C1-D8E0-5FAD-2C1F7D708120}"/>
              </a:ext>
            </a:extLst>
          </p:cNvPr>
          <p:cNvSpPr>
            <a:spLocks noGrp="1"/>
          </p:cNvSpPr>
          <p:nvPr>
            <p:ph type="body" idx="20" hasCustomPrompt="1"/>
          </p:nvPr>
        </p:nvSpPr>
        <p:spPr>
          <a:xfrm>
            <a:off x="479425" y="2550206"/>
            <a:ext cx="4556599" cy="878794"/>
          </a:xfrm>
        </p:spPr>
        <p:txBody>
          <a:bodyPr>
            <a:noAutofit/>
          </a:bodyPr>
          <a:lstStyle>
            <a:lvl1pPr marL="11113" indent="-11113">
              <a:lnSpc>
                <a:spcPts val="2400"/>
              </a:lnSpc>
              <a:buNone/>
              <a:tabLst/>
              <a:defRPr lang="en-GB" sz="1600" b="0" i="0" kern="1200" dirty="0">
                <a:solidFill>
                  <a:schemeClr val="tx1"/>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 name="Text Placeholder 20">
            <a:extLst>
              <a:ext uri="{FF2B5EF4-FFF2-40B4-BE49-F238E27FC236}">
                <a16:creationId xmlns:a16="http://schemas.microsoft.com/office/drawing/2014/main" id="{48A4F945-E454-DF0D-180D-5494DA5C34A7}"/>
              </a:ext>
            </a:extLst>
          </p:cNvPr>
          <p:cNvSpPr>
            <a:spLocks noGrp="1"/>
          </p:cNvSpPr>
          <p:nvPr>
            <p:ph type="body" idx="22" hasCustomPrompt="1"/>
          </p:nvPr>
        </p:nvSpPr>
        <p:spPr>
          <a:xfrm>
            <a:off x="5289975" y="176881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Plassholder for innhold 2">
            <a:extLst>
              <a:ext uri="{FF2B5EF4-FFF2-40B4-BE49-F238E27FC236}">
                <a16:creationId xmlns:a16="http://schemas.microsoft.com/office/drawing/2014/main" id="{39CC3AB8-8738-9AAA-2724-B680EF3871D5}"/>
              </a:ext>
            </a:extLst>
          </p:cNvPr>
          <p:cNvSpPr>
            <a:spLocks noGrp="1"/>
          </p:cNvSpPr>
          <p:nvPr>
            <p:ph idx="23"/>
          </p:nvPr>
        </p:nvSpPr>
        <p:spPr>
          <a:xfrm>
            <a:off x="5289973" y="28273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0" name="Text Placeholder 20">
            <a:extLst>
              <a:ext uri="{FF2B5EF4-FFF2-40B4-BE49-F238E27FC236}">
                <a16:creationId xmlns:a16="http://schemas.microsoft.com/office/drawing/2014/main" id="{B5D2EE45-631B-E2C7-FF7A-B1B11D5F112D}"/>
              </a:ext>
            </a:extLst>
          </p:cNvPr>
          <p:cNvSpPr>
            <a:spLocks noGrp="1"/>
          </p:cNvSpPr>
          <p:nvPr>
            <p:ph type="body" idx="24" hasCustomPrompt="1"/>
          </p:nvPr>
        </p:nvSpPr>
        <p:spPr>
          <a:xfrm>
            <a:off x="8746311" y="177702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1" name="Plassholder for innhold 2">
            <a:extLst>
              <a:ext uri="{FF2B5EF4-FFF2-40B4-BE49-F238E27FC236}">
                <a16:creationId xmlns:a16="http://schemas.microsoft.com/office/drawing/2014/main" id="{92F0F9F9-40E7-056B-2561-0A10C3B7869D}"/>
              </a:ext>
            </a:extLst>
          </p:cNvPr>
          <p:cNvSpPr>
            <a:spLocks noGrp="1"/>
          </p:cNvSpPr>
          <p:nvPr>
            <p:ph idx="25"/>
          </p:nvPr>
        </p:nvSpPr>
        <p:spPr>
          <a:xfrm>
            <a:off x="8746309" y="28273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2" name="Text Placeholder 20">
            <a:extLst>
              <a:ext uri="{FF2B5EF4-FFF2-40B4-BE49-F238E27FC236}">
                <a16:creationId xmlns:a16="http://schemas.microsoft.com/office/drawing/2014/main" id="{296E385B-6120-7D16-1561-6E01D916F360}"/>
              </a:ext>
            </a:extLst>
          </p:cNvPr>
          <p:cNvSpPr>
            <a:spLocks noGrp="1"/>
          </p:cNvSpPr>
          <p:nvPr>
            <p:ph type="body" idx="26" hasCustomPrompt="1"/>
          </p:nvPr>
        </p:nvSpPr>
        <p:spPr>
          <a:xfrm>
            <a:off x="5289973" y="386521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3" name="Plassholder for innhold 2">
            <a:extLst>
              <a:ext uri="{FF2B5EF4-FFF2-40B4-BE49-F238E27FC236}">
                <a16:creationId xmlns:a16="http://schemas.microsoft.com/office/drawing/2014/main" id="{56B76230-CD81-5D17-C1D8-EF539021EBF7}"/>
              </a:ext>
            </a:extLst>
          </p:cNvPr>
          <p:cNvSpPr>
            <a:spLocks noGrp="1"/>
          </p:cNvSpPr>
          <p:nvPr>
            <p:ph idx="27"/>
          </p:nvPr>
        </p:nvSpPr>
        <p:spPr>
          <a:xfrm>
            <a:off x="5289971" y="49237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4" name="Text Placeholder 20">
            <a:extLst>
              <a:ext uri="{FF2B5EF4-FFF2-40B4-BE49-F238E27FC236}">
                <a16:creationId xmlns:a16="http://schemas.microsoft.com/office/drawing/2014/main" id="{3DDEF320-0641-909C-BC1F-58E94FFAD432}"/>
              </a:ext>
            </a:extLst>
          </p:cNvPr>
          <p:cNvSpPr>
            <a:spLocks noGrp="1"/>
          </p:cNvSpPr>
          <p:nvPr>
            <p:ph type="body" idx="28" hasCustomPrompt="1"/>
          </p:nvPr>
        </p:nvSpPr>
        <p:spPr>
          <a:xfrm>
            <a:off x="8746309" y="3873422"/>
            <a:ext cx="2962579" cy="924051"/>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5" name="Plassholder for innhold 2">
            <a:extLst>
              <a:ext uri="{FF2B5EF4-FFF2-40B4-BE49-F238E27FC236}">
                <a16:creationId xmlns:a16="http://schemas.microsoft.com/office/drawing/2014/main" id="{5EE34322-4624-2AE7-63E2-92FCAF855975}"/>
              </a:ext>
            </a:extLst>
          </p:cNvPr>
          <p:cNvSpPr>
            <a:spLocks noGrp="1"/>
          </p:cNvSpPr>
          <p:nvPr>
            <p:ph idx="29"/>
          </p:nvPr>
        </p:nvSpPr>
        <p:spPr>
          <a:xfrm>
            <a:off x="8746307" y="4923705"/>
            <a:ext cx="2962579" cy="566270"/>
          </a:xfrm>
        </p:spPr>
        <p:txBody>
          <a:bodyPr anchor="ctr" anchorCtr="0">
            <a:normAutofit/>
          </a:bodyPr>
          <a:lstStyle>
            <a:lvl1pPr marL="0" indent="0" algn="ctr">
              <a:lnSpc>
                <a:spcPts val="210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7" name="Plassholder for innhold 2">
            <a:extLst>
              <a:ext uri="{FF2B5EF4-FFF2-40B4-BE49-F238E27FC236}">
                <a16:creationId xmlns:a16="http://schemas.microsoft.com/office/drawing/2014/main" id="{06C558AC-5E1F-E09B-F609-752007AF257A}"/>
              </a:ext>
            </a:extLst>
          </p:cNvPr>
          <p:cNvSpPr>
            <a:spLocks noGrp="1"/>
          </p:cNvSpPr>
          <p:nvPr>
            <p:ph idx="30" hasCustomPrompt="1"/>
          </p:nvPr>
        </p:nvSpPr>
        <p:spPr>
          <a:xfrm>
            <a:off x="5289971" y="5793569"/>
            <a:ext cx="6418915" cy="566270"/>
          </a:xfrm>
        </p:spPr>
        <p:txBody>
          <a:bodyPr>
            <a:normAutofit/>
          </a:bodyPr>
          <a:lstStyle>
            <a:lvl1pPr marL="0" indent="0">
              <a:lnSpc>
                <a:spcPts val="2100"/>
              </a:lnSpc>
              <a:buNone/>
              <a:defRPr lang="en-GB" sz="1600" b="1" i="0" kern="1200" cap="all" baseline="0" dirty="0">
                <a:solidFill>
                  <a:schemeClr val="tx1"/>
                </a:solidFill>
                <a:latin typeface="Montserrat" pitchFamily="2" charset="77"/>
                <a:ea typeface="+mn-ea"/>
                <a:cs typeface="Arial" panose="020B0604020202020204" pitchFamily="34" charset="0"/>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GB" dirty="0"/>
              <a:t>CLICK TO EDIT MASTER TEXT STYLES</a:t>
            </a:r>
          </a:p>
        </p:txBody>
      </p:sp>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5" name="Text Placeholder 20">
            <a:extLst>
              <a:ext uri="{FF2B5EF4-FFF2-40B4-BE49-F238E27FC236}">
                <a16:creationId xmlns:a16="http://schemas.microsoft.com/office/drawing/2014/main" id="{891FE528-1CBC-776A-FB47-AEB27AA81C81}"/>
              </a:ext>
            </a:extLst>
          </p:cNvPr>
          <p:cNvSpPr>
            <a:spLocks noGrp="1"/>
          </p:cNvSpPr>
          <p:nvPr>
            <p:ph type="body" idx="34" hasCustomPrompt="1"/>
          </p:nvPr>
        </p:nvSpPr>
        <p:spPr>
          <a:xfrm>
            <a:off x="479177" y="1768812"/>
            <a:ext cx="4556600"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Title 6">
            <a:extLst>
              <a:ext uri="{FF2B5EF4-FFF2-40B4-BE49-F238E27FC236}">
                <a16:creationId xmlns:a16="http://schemas.microsoft.com/office/drawing/2014/main" id="{C4580B4A-1456-8D30-4A30-B6662D0D3ACC}"/>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pic>
        <p:nvPicPr>
          <p:cNvPr id="3" name="Picture 2" descr="A logo with red text&#10;&#10;Description automatically generated">
            <a:extLst>
              <a:ext uri="{FF2B5EF4-FFF2-40B4-BE49-F238E27FC236}">
                <a16:creationId xmlns:a16="http://schemas.microsoft.com/office/drawing/2014/main" id="{8D47EDD0-F81D-2369-27B1-82A16A60A86A}"/>
              </a:ext>
            </a:extLst>
          </p:cNvPr>
          <p:cNvPicPr>
            <a:picLocks noChangeAspect="1"/>
          </p:cNvPicPr>
          <p:nvPr userDrawn="1"/>
        </p:nvPicPr>
        <p:blipFill>
          <a:blip r:embed="rId5"/>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79818421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ta visualisation x5">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pic>
        <p:nvPicPr>
          <p:cNvPr id="27" name="Picture 26">
            <a:extLst>
              <a:ext uri="{FF2B5EF4-FFF2-40B4-BE49-F238E27FC236}">
                <a16:creationId xmlns:a16="http://schemas.microsoft.com/office/drawing/2014/main" id="{74D64C45-3C90-19DF-40F1-D9B9CB12C1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53476" y="4631685"/>
            <a:ext cx="23443325" cy="2165204"/>
          </a:xfrm>
          <a:prstGeom prst="rect">
            <a:avLst/>
          </a:prstGeom>
        </p:spPr>
      </p:pic>
      <p:sp>
        <p:nvSpPr>
          <p:cNvPr id="28" name="Title 6">
            <a:extLst>
              <a:ext uri="{FF2B5EF4-FFF2-40B4-BE49-F238E27FC236}">
                <a16:creationId xmlns:a16="http://schemas.microsoft.com/office/drawing/2014/main" id="{1A281173-B0C0-BD66-80F5-EF5601A9F87F}"/>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30" name="Text Placeholder 20">
            <a:extLst>
              <a:ext uri="{FF2B5EF4-FFF2-40B4-BE49-F238E27FC236}">
                <a16:creationId xmlns:a16="http://schemas.microsoft.com/office/drawing/2014/main" id="{D78ED611-F96E-891C-F44B-243EE7A229E9}"/>
              </a:ext>
            </a:extLst>
          </p:cNvPr>
          <p:cNvSpPr>
            <a:spLocks noGrp="1"/>
          </p:cNvSpPr>
          <p:nvPr>
            <p:ph type="body" idx="22" hasCustomPrompt="1"/>
          </p:nvPr>
        </p:nvSpPr>
        <p:spPr>
          <a:xfrm>
            <a:off x="478931" y="1768812"/>
            <a:ext cx="3531600" cy="1262148"/>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1" name="Plassholder for innhold 2">
            <a:extLst>
              <a:ext uri="{FF2B5EF4-FFF2-40B4-BE49-F238E27FC236}">
                <a16:creationId xmlns:a16="http://schemas.microsoft.com/office/drawing/2014/main" id="{A8ABEA19-5472-8D2A-9AC2-3000DFEEC8A0}"/>
              </a:ext>
            </a:extLst>
          </p:cNvPr>
          <p:cNvSpPr>
            <a:spLocks noGrp="1"/>
          </p:cNvSpPr>
          <p:nvPr>
            <p:ph idx="23"/>
          </p:nvPr>
        </p:nvSpPr>
        <p:spPr>
          <a:xfrm>
            <a:off x="478931" y="3149668"/>
            <a:ext cx="3531600" cy="558664"/>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6" name="Text Placeholder 20">
            <a:extLst>
              <a:ext uri="{FF2B5EF4-FFF2-40B4-BE49-F238E27FC236}">
                <a16:creationId xmlns:a16="http://schemas.microsoft.com/office/drawing/2014/main" id="{99445C1B-80DD-3D6D-DF9F-A512ABACA700}"/>
              </a:ext>
            </a:extLst>
          </p:cNvPr>
          <p:cNvSpPr>
            <a:spLocks noGrp="1"/>
          </p:cNvSpPr>
          <p:nvPr>
            <p:ph type="body" idx="28" hasCustomPrompt="1"/>
          </p:nvPr>
        </p:nvSpPr>
        <p:spPr>
          <a:xfrm>
            <a:off x="8180975" y="1768812"/>
            <a:ext cx="3531600" cy="1262148"/>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8" name="Plassholder for innhold 2">
            <a:extLst>
              <a:ext uri="{FF2B5EF4-FFF2-40B4-BE49-F238E27FC236}">
                <a16:creationId xmlns:a16="http://schemas.microsoft.com/office/drawing/2014/main" id="{138C6B09-508C-3D95-1AAC-5D1FC4524436}"/>
              </a:ext>
            </a:extLst>
          </p:cNvPr>
          <p:cNvSpPr>
            <a:spLocks noGrp="1"/>
          </p:cNvSpPr>
          <p:nvPr>
            <p:ph idx="29"/>
          </p:nvPr>
        </p:nvSpPr>
        <p:spPr>
          <a:xfrm>
            <a:off x="8180975" y="3149668"/>
            <a:ext cx="3531600" cy="558664"/>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0" name="Text Placeholder 20">
            <a:extLst>
              <a:ext uri="{FF2B5EF4-FFF2-40B4-BE49-F238E27FC236}">
                <a16:creationId xmlns:a16="http://schemas.microsoft.com/office/drawing/2014/main" id="{8CB1776B-C3C7-60E8-9FEB-CEA5BFB8CC03}"/>
              </a:ext>
            </a:extLst>
          </p:cNvPr>
          <p:cNvSpPr>
            <a:spLocks noGrp="1"/>
          </p:cNvSpPr>
          <p:nvPr>
            <p:ph type="body" idx="31" hasCustomPrompt="1"/>
          </p:nvPr>
        </p:nvSpPr>
        <p:spPr>
          <a:xfrm>
            <a:off x="4329952" y="1768812"/>
            <a:ext cx="3531600" cy="1262148"/>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1" name="Plassholder for innhold 2">
            <a:extLst>
              <a:ext uri="{FF2B5EF4-FFF2-40B4-BE49-F238E27FC236}">
                <a16:creationId xmlns:a16="http://schemas.microsoft.com/office/drawing/2014/main" id="{B52FF0CA-3195-1704-4D86-E6CB58BF8872}"/>
              </a:ext>
            </a:extLst>
          </p:cNvPr>
          <p:cNvSpPr>
            <a:spLocks noGrp="1"/>
          </p:cNvSpPr>
          <p:nvPr>
            <p:ph idx="32"/>
          </p:nvPr>
        </p:nvSpPr>
        <p:spPr>
          <a:xfrm>
            <a:off x="4329952" y="3149668"/>
            <a:ext cx="3531600" cy="558664"/>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2" name="Text Placeholder 20">
            <a:extLst>
              <a:ext uri="{FF2B5EF4-FFF2-40B4-BE49-F238E27FC236}">
                <a16:creationId xmlns:a16="http://schemas.microsoft.com/office/drawing/2014/main" id="{B7E02249-D4B2-3976-664D-19627E2F3981}"/>
              </a:ext>
            </a:extLst>
          </p:cNvPr>
          <p:cNvSpPr>
            <a:spLocks noGrp="1"/>
          </p:cNvSpPr>
          <p:nvPr>
            <p:ph type="body" idx="39" hasCustomPrompt="1"/>
          </p:nvPr>
        </p:nvSpPr>
        <p:spPr>
          <a:xfrm>
            <a:off x="479176" y="3945053"/>
            <a:ext cx="3531600" cy="1262148"/>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4" name="Plassholder for innhold 2">
            <a:extLst>
              <a:ext uri="{FF2B5EF4-FFF2-40B4-BE49-F238E27FC236}">
                <a16:creationId xmlns:a16="http://schemas.microsoft.com/office/drawing/2014/main" id="{9AFF1FD0-BEAD-B18B-E01D-34357F228123}"/>
              </a:ext>
            </a:extLst>
          </p:cNvPr>
          <p:cNvSpPr>
            <a:spLocks noGrp="1"/>
          </p:cNvSpPr>
          <p:nvPr>
            <p:ph idx="40"/>
          </p:nvPr>
        </p:nvSpPr>
        <p:spPr>
          <a:xfrm>
            <a:off x="479176" y="5300490"/>
            <a:ext cx="3531600" cy="558664"/>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6" name="Text Placeholder 20">
            <a:extLst>
              <a:ext uri="{FF2B5EF4-FFF2-40B4-BE49-F238E27FC236}">
                <a16:creationId xmlns:a16="http://schemas.microsoft.com/office/drawing/2014/main" id="{75F60247-B0C5-FB65-5BB2-4C9126858BF0}"/>
              </a:ext>
            </a:extLst>
          </p:cNvPr>
          <p:cNvSpPr>
            <a:spLocks noGrp="1"/>
          </p:cNvSpPr>
          <p:nvPr>
            <p:ph type="body" idx="41" hasCustomPrompt="1"/>
          </p:nvPr>
        </p:nvSpPr>
        <p:spPr>
          <a:xfrm>
            <a:off x="4330197" y="3945053"/>
            <a:ext cx="3531600" cy="1262148"/>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7" name="Plassholder for innhold 2">
            <a:extLst>
              <a:ext uri="{FF2B5EF4-FFF2-40B4-BE49-F238E27FC236}">
                <a16:creationId xmlns:a16="http://schemas.microsoft.com/office/drawing/2014/main" id="{04F96F5C-692A-CF40-58A4-46AB447E3A7E}"/>
              </a:ext>
            </a:extLst>
          </p:cNvPr>
          <p:cNvSpPr>
            <a:spLocks noGrp="1"/>
          </p:cNvSpPr>
          <p:nvPr>
            <p:ph idx="42"/>
          </p:nvPr>
        </p:nvSpPr>
        <p:spPr>
          <a:xfrm>
            <a:off x="4330197" y="5300490"/>
            <a:ext cx="3531600" cy="558664"/>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2" name="Picture 1" descr="A logo with red text&#10;&#10;Description automatically generated">
            <a:extLst>
              <a:ext uri="{FF2B5EF4-FFF2-40B4-BE49-F238E27FC236}">
                <a16:creationId xmlns:a16="http://schemas.microsoft.com/office/drawing/2014/main" id="{6FEA75E1-519E-DFCC-1ECC-79FD1969D7E0}"/>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912656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Data visualisation x5">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3E865E-842C-4702-6526-A92D197A62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53476" y="4631685"/>
            <a:ext cx="23443325" cy="2165204"/>
          </a:xfrm>
          <a:prstGeom prst="rect">
            <a:avLst/>
          </a:prstGeom>
        </p:spPr>
      </p:pic>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18" name="Text Placeholder 20">
            <a:extLst>
              <a:ext uri="{FF2B5EF4-FFF2-40B4-BE49-F238E27FC236}">
                <a16:creationId xmlns:a16="http://schemas.microsoft.com/office/drawing/2014/main" id="{9BBE10F5-076F-BD73-37D4-4BDB0C063C89}"/>
              </a:ext>
            </a:extLst>
          </p:cNvPr>
          <p:cNvSpPr>
            <a:spLocks noGrp="1"/>
          </p:cNvSpPr>
          <p:nvPr>
            <p:ph type="body" idx="22" hasCustomPrompt="1"/>
          </p:nvPr>
        </p:nvSpPr>
        <p:spPr>
          <a:xfrm>
            <a:off x="479179" y="2550720"/>
            <a:ext cx="3531600" cy="914862"/>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9" name="Plassholder for innhold 2">
            <a:extLst>
              <a:ext uri="{FF2B5EF4-FFF2-40B4-BE49-F238E27FC236}">
                <a16:creationId xmlns:a16="http://schemas.microsoft.com/office/drawing/2014/main" id="{44FD29C5-1892-5398-D807-F5EB3CB48859}"/>
              </a:ext>
            </a:extLst>
          </p:cNvPr>
          <p:cNvSpPr>
            <a:spLocks noGrp="1"/>
          </p:cNvSpPr>
          <p:nvPr>
            <p:ph idx="23"/>
          </p:nvPr>
        </p:nvSpPr>
        <p:spPr>
          <a:xfrm>
            <a:off x="479179" y="3640108"/>
            <a:ext cx="3531600" cy="404945"/>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0" name="Text Placeholder 20">
            <a:extLst>
              <a:ext uri="{FF2B5EF4-FFF2-40B4-BE49-F238E27FC236}">
                <a16:creationId xmlns:a16="http://schemas.microsoft.com/office/drawing/2014/main" id="{5AE9AE36-FBBA-F399-A8F0-202F4E15BDEA}"/>
              </a:ext>
            </a:extLst>
          </p:cNvPr>
          <p:cNvSpPr>
            <a:spLocks noGrp="1"/>
          </p:cNvSpPr>
          <p:nvPr>
            <p:ph type="body" idx="28" hasCustomPrompt="1"/>
          </p:nvPr>
        </p:nvSpPr>
        <p:spPr>
          <a:xfrm>
            <a:off x="8181223" y="2550720"/>
            <a:ext cx="3531600" cy="914862"/>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1" name="Plassholder for innhold 2">
            <a:extLst>
              <a:ext uri="{FF2B5EF4-FFF2-40B4-BE49-F238E27FC236}">
                <a16:creationId xmlns:a16="http://schemas.microsoft.com/office/drawing/2014/main" id="{EDC2DD7D-B2AF-EA47-BF05-3F4C40F48906}"/>
              </a:ext>
            </a:extLst>
          </p:cNvPr>
          <p:cNvSpPr>
            <a:spLocks noGrp="1"/>
          </p:cNvSpPr>
          <p:nvPr>
            <p:ph idx="29"/>
          </p:nvPr>
        </p:nvSpPr>
        <p:spPr>
          <a:xfrm>
            <a:off x="8181223" y="3640108"/>
            <a:ext cx="3531600" cy="404945"/>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2" name="Text Placeholder 20">
            <a:extLst>
              <a:ext uri="{FF2B5EF4-FFF2-40B4-BE49-F238E27FC236}">
                <a16:creationId xmlns:a16="http://schemas.microsoft.com/office/drawing/2014/main" id="{CF7E969A-8ABB-9F72-5386-9CF0F1AD17ED}"/>
              </a:ext>
            </a:extLst>
          </p:cNvPr>
          <p:cNvSpPr>
            <a:spLocks noGrp="1"/>
          </p:cNvSpPr>
          <p:nvPr>
            <p:ph type="body" idx="31" hasCustomPrompt="1"/>
          </p:nvPr>
        </p:nvSpPr>
        <p:spPr>
          <a:xfrm>
            <a:off x="4330200" y="2550720"/>
            <a:ext cx="3531600" cy="914862"/>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3" name="Plassholder for innhold 2">
            <a:extLst>
              <a:ext uri="{FF2B5EF4-FFF2-40B4-BE49-F238E27FC236}">
                <a16:creationId xmlns:a16="http://schemas.microsoft.com/office/drawing/2014/main" id="{FEFEFAEF-CC73-1665-9F34-4703D5C820CE}"/>
              </a:ext>
            </a:extLst>
          </p:cNvPr>
          <p:cNvSpPr>
            <a:spLocks noGrp="1"/>
          </p:cNvSpPr>
          <p:nvPr>
            <p:ph idx="32"/>
          </p:nvPr>
        </p:nvSpPr>
        <p:spPr>
          <a:xfrm>
            <a:off x="4330200" y="3640108"/>
            <a:ext cx="3531600" cy="404945"/>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6" name="Text Placeholder 20">
            <a:extLst>
              <a:ext uri="{FF2B5EF4-FFF2-40B4-BE49-F238E27FC236}">
                <a16:creationId xmlns:a16="http://schemas.microsoft.com/office/drawing/2014/main" id="{64920A06-C1B0-1EAA-142D-425057A592FA}"/>
              </a:ext>
            </a:extLst>
          </p:cNvPr>
          <p:cNvSpPr>
            <a:spLocks noGrp="1"/>
          </p:cNvSpPr>
          <p:nvPr>
            <p:ph type="body" idx="39" hasCustomPrompt="1"/>
          </p:nvPr>
        </p:nvSpPr>
        <p:spPr>
          <a:xfrm>
            <a:off x="479176" y="4345794"/>
            <a:ext cx="3531600" cy="914862"/>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7" name="Plassholder for innhold 2">
            <a:extLst>
              <a:ext uri="{FF2B5EF4-FFF2-40B4-BE49-F238E27FC236}">
                <a16:creationId xmlns:a16="http://schemas.microsoft.com/office/drawing/2014/main" id="{7790F1CF-919E-B07D-D5A3-144351D9EFBA}"/>
              </a:ext>
            </a:extLst>
          </p:cNvPr>
          <p:cNvSpPr>
            <a:spLocks noGrp="1"/>
          </p:cNvSpPr>
          <p:nvPr>
            <p:ph idx="40"/>
          </p:nvPr>
        </p:nvSpPr>
        <p:spPr>
          <a:xfrm>
            <a:off x="479176" y="5454209"/>
            <a:ext cx="3531600" cy="404945"/>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8" name="Text Placeholder 20">
            <a:extLst>
              <a:ext uri="{FF2B5EF4-FFF2-40B4-BE49-F238E27FC236}">
                <a16:creationId xmlns:a16="http://schemas.microsoft.com/office/drawing/2014/main" id="{96E7BAD2-4352-DCBE-CD16-66F2E33555FF}"/>
              </a:ext>
            </a:extLst>
          </p:cNvPr>
          <p:cNvSpPr>
            <a:spLocks noGrp="1"/>
          </p:cNvSpPr>
          <p:nvPr>
            <p:ph type="body" idx="41" hasCustomPrompt="1"/>
          </p:nvPr>
        </p:nvSpPr>
        <p:spPr>
          <a:xfrm>
            <a:off x="4330197" y="4345794"/>
            <a:ext cx="3531600" cy="914862"/>
          </a:xfrm>
        </p:spPr>
        <p:txBody>
          <a:bodyPr anchor="ctr" anchorCtr="0">
            <a:noAutofit/>
          </a:bodyPr>
          <a:lstStyle>
            <a:lvl1pPr marL="7938" indent="-7938" algn="ctr">
              <a:lnSpc>
                <a:spcPct val="100000"/>
              </a:lnSpc>
              <a:buNone/>
              <a:tabLst/>
              <a:defRPr lang="en-GB" sz="2800" b="1" i="0" kern="1200" dirty="0">
                <a:solidFill>
                  <a:schemeClr val="accent4"/>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9" name="Plassholder for innhold 2">
            <a:extLst>
              <a:ext uri="{FF2B5EF4-FFF2-40B4-BE49-F238E27FC236}">
                <a16:creationId xmlns:a16="http://schemas.microsoft.com/office/drawing/2014/main" id="{D0C028C2-F25A-FEE3-6181-8FC202C63932}"/>
              </a:ext>
            </a:extLst>
          </p:cNvPr>
          <p:cNvSpPr>
            <a:spLocks noGrp="1"/>
          </p:cNvSpPr>
          <p:nvPr>
            <p:ph idx="42"/>
          </p:nvPr>
        </p:nvSpPr>
        <p:spPr>
          <a:xfrm>
            <a:off x="4330197" y="5454209"/>
            <a:ext cx="3531600" cy="404945"/>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2" name="Title 6">
            <a:extLst>
              <a:ext uri="{FF2B5EF4-FFF2-40B4-BE49-F238E27FC236}">
                <a16:creationId xmlns:a16="http://schemas.microsoft.com/office/drawing/2014/main" id="{5A0DF6ED-D98F-DECE-8705-90516ED11231}"/>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33" name="Text Placeholder 20">
            <a:extLst>
              <a:ext uri="{FF2B5EF4-FFF2-40B4-BE49-F238E27FC236}">
                <a16:creationId xmlns:a16="http://schemas.microsoft.com/office/drawing/2014/main" id="{3A4AFF70-441A-3755-97AB-C21359848E14}"/>
              </a:ext>
            </a:extLst>
          </p:cNvPr>
          <p:cNvSpPr>
            <a:spLocks noGrp="1"/>
          </p:cNvSpPr>
          <p:nvPr>
            <p:ph type="body" idx="43" hasCustomPrompt="1"/>
          </p:nvPr>
        </p:nvSpPr>
        <p:spPr>
          <a:xfrm>
            <a:off x="477658" y="1768812"/>
            <a:ext cx="1123314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3" name="Picture 2" descr="A logo with red text&#10;&#10;Description automatically generated">
            <a:extLst>
              <a:ext uri="{FF2B5EF4-FFF2-40B4-BE49-F238E27FC236}">
                <a16:creationId xmlns:a16="http://schemas.microsoft.com/office/drawing/2014/main" id="{BC2F1C7B-5A79-F439-2B03-8FFC20B420C9}"/>
              </a:ext>
            </a:extLst>
          </p:cNvPr>
          <p:cNvPicPr>
            <a:picLocks noChangeAspect="1"/>
          </p:cNvPicPr>
          <p:nvPr userDrawn="1"/>
        </p:nvPicPr>
        <p:blipFill>
          <a:blip r:embed="rId3"/>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5067904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ta visualisation x6">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22" name="Title 6">
            <a:extLst>
              <a:ext uri="{FF2B5EF4-FFF2-40B4-BE49-F238E27FC236}">
                <a16:creationId xmlns:a16="http://schemas.microsoft.com/office/drawing/2014/main" id="{58F26C26-6C72-C3E5-5160-A08ACC45D5CD}"/>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24" name="Text Placeholder 20">
            <a:extLst>
              <a:ext uri="{FF2B5EF4-FFF2-40B4-BE49-F238E27FC236}">
                <a16:creationId xmlns:a16="http://schemas.microsoft.com/office/drawing/2014/main" id="{BC1C3BBD-1542-36E3-8073-FF481286C14E}"/>
              </a:ext>
            </a:extLst>
          </p:cNvPr>
          <p:cNvSpPr>
            <a:spLocks noGrp="1"/>
          </p:cNvSpPr>
          <p:nvPr>
            <p:ph type="body" idx="22" hasCustomPrompt="1"/>
          </p:nvPr>
        </p:nvSpPr>
        <p:spPr>
          <a:xfrm>
            <a:off x="479179" y="175372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5" name="Plassholder for innhold 2">
            <a:extLst>
              <a:ext uri="{FF2B5EF4-FFF2-40B4-BE49-F238E27FC236}">
                <a16:creationId xmlns:a16="http://schemas.microsoft.com/office/drawing/2014/main" id="{DA311368-12B2-D0B9-9C8F-A951EA27BFB8}"/>
              </a:ext>
            </a:extLst>
          </p:cNvPr>
          <p:cNvSpPr>
            <a:spLocks noGrp="1"/>
          </p:cNvSpPr>
          <p:nvPr>
            <p:ph idx="23"/>
          </p:nvPr>
        </p:nvSpPr>
        <p:spPr>
          <a:xfrm>
            <a:off x="479179" y="310274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8" name="Text Placeholder 20">
            <a:extLst>
              <a:ext uri="{FF2B5EF4-FFF2-40B4-BE49-F238E27FC236}">
                <a16:creationId xmlns:a16="http://schemas.microsoft.com/office/drawing/2014/main" id="{953A4EAA-E804-9F29-DEE8-2CC0E40EFC90}"/>
              </a:ext>
            </a:extLst>
          </p:cNvPr>
          <p:cNvSpPr>
            <a:spLocks noGrp="1"/>
          </p:cNvSpPr>
          <p:nvPr>
            <p:ph type="body" idx="28" hasCustomPrompt="1"/>
          </p:nvPr>
        </p:nvSpPr>
        <p:spPr>
          <a:xfrm>
            <a:off x="8181223" y="175372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0" name="Plassholder for innhold 2">
            <a:extLst>
              <a:ext uri="{FF2B5EF4-FFF2-40B4-BE49-F238E27FC236}">
                <a16:creationId xmlns:a16="http://schemas.microsoft.com/office/drawing/2014/main" id="{42F47BD9-54CE-F51E-58DF-21EA5791496C}"/>
              </a:ext>
            </a:extLst>
          </p:cNvPr>
          <p:cNvSpPr>
            <a:spLocks noGrp="1"/>
          </p:cNvSpPr>
          <p:nvPr>
            <p:ph idx="29"/>
          </p:nvPr>
        </p:nvSpPr>
        <p:spPr>
          <a:xfrm>
            <a:off x="8181223" y="310274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1" name="Text Placeholder 20">
            <a:extLst>
              <a:ext uri="{FF2B5EF4-FFF2-40B4-BE49-F238E27FC236}">
                <a16:creationId xmlns:a16="http://schemas.microsoft.com/office/drawing/2014/main" id="{97C19281-F0FA-BBA1-2E34-7E6CAD8137E4}"/>
              </a:ext>
            </a:extLst>
          </p:cNvPr>
          <p:cNvSpPr>
            <a:spLocks noGrp="1"/>
          </p:cNvSpPr>
          <p:nvPr>
            <p:ph type="body" idx="30" hasCustomPrompt="1"/>
          </p:nvPr>
        </p:nvSpPr>
        <p:spPr>
          <a:xfrm>
            <a:off x="4330200" y="175372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2" name="Plassholder for innhold 2">
            <a:extLst>
              <a:ext uri="{FF2B5EF4-FFF2-40B4-BE49-F238E27FC236}">
                <a16:creationId xmlns:a16="http://schemas.microsoft.com/office/drawing/2014/main" id="{AA3DFCCA-EA9D-AF82-2E26-571ACAE6A0B1}"/>
              </a:ext>
            </a:extLst>
          </p:cNvPr>
          <p:cNvSpPr>
            <a:spLocks noGrp="1"/>
          </p:cNvSpPr>
          <p:nvPr>
            <p:ph idx="31"/>
          </p:nvPr>
        </p:nvSpPr>
        <p:spPr>
          <a:xfrm>
            <a:off x="4330200" y="310274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 name="Text Placeholder 20">
            <a:extLst>
              <a:ext uri="{FF2B5EF4-FFF2-40B4-BE49-F238E27FC236}">
                <a16:creationId xmlns:a16="http://schemas.microsoft.com/office/drawing/2014/main" id="{46DD4994-799D-2A6D-C2B1-D41829EAC4B2}"/>
              </a:ext>
            </a:extLst>
          </p:cNvPr>
          <p:cNvSpPr>
            <a:spLocks noGrp="1"/>
          </p:cNvSpPr>
          <p:nvPr>
            <p:ph type="body" idx="32" hasCustomPrompt="1"/>
          </p:nvPr>
        </p:nvSpPr>
        <p:spPr>
          <a:xfrm>
            <a:off x="478931" y="420719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3" name="Plassholder for innhold 2">
            <a:extLst>
              <a:ext uri="{FF2B5EF4-FFF2-40B4-BE49-F238E27FC236}">
                <a16:creationId xmlns:a16="http://schemas.microsoft.com/office/drawing/2014/main" id="{44B9666F-5299-A25F-5675-43959E819D1D}"/>
              </a:ext>
            </a:extLst>
          </p:cNvPr>
          <p:cNvSpPr>
            <a:spLocks noGrp="1"/>
          </p:cNvSpPr>
          <p:nvPr>
            <p:ph idx="33"/>
          </p:nvPr>
        </p:nvSpPr>
        <p:spPr>
          <a:xfrm>
            <a:off x="478931" y="555621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4" name="Text Placeholder 20">
            <a:extLst>
              <a:ext uri="{FF2B5EF4-FFF2-40B4-BE49-F238E27FC236}">
                <a16:creationId xmlns:a16="http://schemas.microsoft.com/office/drawing/2014/main" id="{CE1FEE85-C6D4-D800-4774-24E2C7BC9F8C}"/>
              </a:ext>
            </a:extLst>
          </p:cNvPr>
          <p:cNvSpPr>
            <a:spLocks noGrp="1"/>
          </p:cNvSpPr>
          <p:nvPr>
            <p:ph type="body" idx="34" hasCustomPrompt="1"/>
          </p:nvPr>
        </p:nvSpPr>
        <p:spPr>
          <a:xfrm>
            <a:off x="8180975" y="420719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6" name="Plassholder for innhold 2">
            <a:extLst>
              <a:ext uri="{FF2B5EF4-FFF2-40B4-BE49-F238E27FC236}">
                <a16:creationId xmlns:a16="http://schemas.microsoft.com/office/drawing/2014/main" id="{8CE19FF1-275C-C9C0-5E4C-01DFE0E6CE9F}"/>
              </a:ext>
            </a:extLst>
          </p:cNvPr>
          <p:cNvSpPr>
            <a:spLocks noGrp="1"/>
          </p:cNvSpPr>
          <p:nvPr>
            <p:ph idx="35"/>
          </p:nvPr>
        </p:nvSpPr>
        <p:spPr>
          <a:xfrm>
            <a:off x="8180975" y="555621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7" name="Text Placeholder 20">
            <a:extLst>
              <a:ext uri="{FF2B5EF4-FFF2-40B4-BE49-F238E27FC236}">
                <a16:creationId xmlns:a16="http://schemas.microsoft.com/office/drawing/2014/main" id="{EA468B9B-DD39-BC0A-6D47-0ED97FC5DB4B}"/>
              </a:ext>
            </a:extLst>
          </p:cNvPr>
          <p:cNvSpPr>
            <a:spLocks noGrp="1"/>
          </p:cNvSpPr>
          <p:nvPr>
            <p:ph type="body" idx="36" hasCustomPrompt="1"/>
          </p:nvPr>
        </p:nvSpPr>
        <p:spPr>
          <a:xfrm>
            <a:off x="4329952" y="4207198"/>
            <a:ext cx="3531600" cy="1214575"/>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8" name="Plassholder for innhold 2">
            <a:extLst>
              <a:ext uri="{FF2B5EF4-FFF2-40B4-BE49-F238E27FC236}">
                <a16:creationId xmlns:a16="http://schemas.microsoft.com/office/drawing/2014/main" id="{1FA8EEF8-DE10-AFB2-D6B2-DC595ECC7F5A}"/>
              </a:ext>
            </a:extLst>
          </p:cNvPr>
          <p:cNvSpPr>
            <a:spLocks noGrp="1"/>
          </p:cNvSpPr>
          <p:nvPr>
            <p:ph idx="37"/>
          </p:nvPr>
        </p:nvSpPr>
        <p:spPr>
          <a:xfrm>
            <a:off x="4329952" y="5556213"/>
            <a:ext cx="3531600" cy="785149"/>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5" name="Picture 4" descr="A logo with red text&#10;&#10;Description automatically generated">
            <a:extLst>
              <a:ext uri="{FF2B5EF4-FFF2-40B4-BE49-F238E27FC236}">
                <a16:creationId xmlns:a16="http://schemas.microsoft.com/office/drawing/2014/main" id="{992252C7-4097-1017-8227-53F935C6ADCE}"/>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9370578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ta visualisation x6 with subtitle">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B17250F1-C27A-CA65-E36B-B81AC995378D}"/>
              </a:ext>
            </a:extLst>
          </p:cNvPr>
          <p:cNvSpPr txBox="1"/>
          <p:nvPr userDrawn="1"/>
        </p:nvSpPr>
        <p:spPr>
          <a:xfrm>
            <a:off x="-12700" y="8724900"/>
            <a:ext cx="184731" cy="369332"/>
          </a:xfrm>
          <a:prstGeom prst="rect">
            <a:avLst/>
          </a:prstGeom>
          <a:noFill/>
        </p:spPr>
        <p:txBody>
          <a:bodyPr wrap="none" rtlCol="0">
            <a:spAutoFit/>
          </a:bodyPr>
          <a:lstStyle/>
          <a:p>
            <a:endParaRPr lang="en-US" dirty="0"/>
          </a:p>
        </p:txBody>
      </p:sp>
      <p:sp>
        <p:nvSpPr>
          <p:cNvPr id="19" name="Plassholder for innhold 2">
            <a:extLst>
              <a:ext uri="{FF2B5EF4-FFF2-40B4-BE49-F238E27FC236}">
                <a16:creationId xmlns:a16="http://schemas.microsoft.com/office/drawing/2014/main" id="{44FD29C5-1892-5398-D807-F5EB3CB48859}"/>
              </a:ext>
            </a:extLst>
          </p:cNvPr>
          <p:cNvSpPr>
            <a:spLocks noGrp="1"/>
          </p:cNvSpPr>
          <p:nvPr>
            <p:ph idx="23"/>
          </p:nvPr>
        </p:nvSpPr>
        <p:spPr>
          <a:xfrm>
            <a:off x="479179" y="3646146"/>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1" name="Plassholder for innhold 2">
            <a:extLst>
              <a:ext uri="{FF2B5EF4-FFF2-40B4-BE49-F238E27FC236}">
                <a16:creationId xmlns:a16="http://schemas.microsoft.com/office/drawing/2014/main" id="{EDC2DD7D-B2AF-EA47-BF05-3F4C40F48906}"/>
              </a:ext>
            </a:extLst>
          </p:cNvPr>
          <p:cNvSpPr>
            <a:spLocks noGrp="1"/>
          </p:cNvSpPr>
          <p:nvPr>
            <p:ph idx="29"/>
          </p:nvPr>
        </p:nvSpPr>
        <p:spPr>
          <a:xfrm>
            <a:off x="8181223" y="3646146"/>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3" name="Plassholder for innhold 2">
            <a:extLst>
              <a:ext uri="{FF2B5EF4-FFF2-40B4-BE49-F238E27FC236}">
                <a16:creationId xmlns:a16="http://schemas.microsoft.com/office/drawing/2014/main" id="{FEFEFAEF-CC73-1665-9F34-4703D5C820CE}"/>
              </a:ext>
            </a:extLst>
          </p:cNvPr>
          <p:cNvSpPr>
            <a:spLocks noGrp="1"/>
          </p:cNvSpPr>
          <p:nvPr>
            <p:ph idx="32"/>
          </p:nvPr>
        </p:nvSpPr>
        <p:spPr>
          <a:xfrm>
            <a:off x="4330200" y="3646146"/>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6" name="Text Placeholder 20">
            <a:extLst>
              <a:ext uri="{FF2B5EF4-FFF2-40B4-BE49-F238E27FC236}">
                <a16:creationId xmlns:a16="http://schemas.microsoft.com/office/drawing/2014/main" id="{64920A06-C1B0-1EAA-142D-425057A592FA}"/>
              </a:ext>
            </a:extLst>
          </p:cNvPr>
          <p:cNvSpPr>
            <a:spLocks noGrp="1"/>
          </p:cNvSpPr>
          <p:nvPr>
            <p:ph type="body" idx="39" hasCustomPrompt="1"/>
          </p:nvPr>
        </p:nvSpPr>
        <p:spPr>
          <a:xfrm>
            <a:off x="479176" y="457388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7" name="Plassholder for innhold 2">
            <a:extLst>
              <a:ext uri="{FF2B5EF4-FFF2-40B4-BE49-F238E27FC236}">
                <a16:creationId xmlns:a16="http://schemas.microsoft.com/office/drawing/2014/main" id="{7790F1CF-919E-B07D-D5A3-144351D9EFBA}"/>
              </a:ext>
            </a:extLst>
          </p:cNvPr>
          <p:cNvSpPr>
            <a:spLocks noGrp="1"/>
          </p:cNvSpPr>
          <p:nvPr>
            <p:ph idx="40"/>
          </p:nvPr>
        </p:nvSpPr>
        <p:spPr>
          <a:xfrm>
            <a:off x="479176" y="5668683"/>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28" name="Text Placeholder 20">
            <a:extLst>
              <a:ext uri="{FF2B5EF4-FFF2-40B4-BE49-F238E27FC236}">
                <a16:creationId xmlns:a16="http://schemas.microsoft.com/office/drawing/2014/main" id="{96E7BAD2-4352-DCBE-CD16-66F2E33555FF}"/>
              </a:ext>
            </a:extLst>
          </p:cNvPr>
          <p:cNvSpPr>
            <a:spLocks noGrp="1"/>
          </p:cNvSpPr>
          <p:nvPr>
            <p:ph type="body" idx="41" hasCustomPrompt="1"/>
          </p:nvPr>
        </p:nvSpPr>
        <p:spPr>
          <a:xfrm>
            <a:off x="4330197" y="457388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29" name="Plassholder for innhold 2">
            <a:extLst>
              <a:ext uri="{FF2B5EF4-FFF2-40B4-BE49-F238E27FC236}">
                <a16:creationId xmlns:a16="http://schemas.microsoft.com/office/drawing/2014/main" id="{D0C028C2-F25A-FEE3-6181-8FC202C63932}"/>
              </a:ext>
            </a:extLst>
          </p:cNvPr>
          <p:cNvSpPr>
            <a:spLocks noGrp="1"/>
          </p:cNvSpPr>
          <p:nvPr>
            <p:ph idx="42"/>
          </p:nvPr>
        </p:nvSpPr>
        <p:spPr>
          <a:xfrm>
            <a:off x="4330197" y="5668683"/>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3" name="Text Placeholder 20">
            <a:extLst>
              <a:ext uri="{FF2B5EF4-FFF2-40B4-BE49-F238E27FC236}">
                <a16:creationId xmlns:a16="http://schemas.microsoft.com/office/drawing/2014/main" id="{CF93C638-5408-92BD-D0D3-2B356F3F619E}"/>
              </a:ext>
            </a:extLst>
          </p:cNvPr>
          <p:cNvSpPr>
            <a:spLocks noGrp="1"/>
          </p:cNvSpPr>
          <p:nvPr>
            <p:ph type="body" idx="43" hasCustomPrompt="1"/>
          </p:nvPr>
        </p:nvSpPr>
        <p:spPr>
          <a:xfrm>
            <a:off x="8180725" y="457388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4" name="Plassholder for innhold 2">
            <a:extLst>
              <a:ext uri="{FF2B5EF4-FFF2-40B4-BE49-F238E27FC236}">
                <a16:creationId xmlns:a16="http://schemas.microsoft.com/office/drawing/2014/main" id="{BC88A9A2-518E-7AD4-F30D-CFB0B63CE98D}"/>
              </a:ext>
            </a:extLst>
          </p:cNvPr>
          <p:cNvSpPr>
            <a:spLocks noGrp="1"/>
          </p:cNvSpPr>
          <p:nvPr>
            <p:ph idx="44"/>
          </p:nvPr>
        </p:nvSpPr>
        <p:spPr>
          <a:xfrm>
            <a:off x="8180725" y="5668683"/>
            <a:ext cx="3531600" cy="678332"/>
          </a:xfrm>
        </p:spPr>
        <p:txBody>
          <a:bodyPr anchor="ctr" anchorCtr="0">
            <a:normAutofit/>
          </a:bodyPr>
          <a:lstStyle>
            <a:lvl1pPr marL="0" indent="0" algn="ctr">
              <a:lnSpc>
                <a:spcPts val="21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7" name="Text Placeholder 20">
            <a:extLst>
              <a:ext uri="{FF2B5EF4-FFF2-40B4-BE49-F238E27FC236}">
                <a16:creationId xmlns:a16="http://schemas.microsoft.com/office/drawing/2014/main" id="{193B7F9F-33F4-1FC2-541E-750BC5B84478}"/>
              </a:ext>
            </a:extLst>
          </p:cNvPr>
          <p:cNvSpPr>
            <a:spLocks noGrp="1"/>
          </p:cNvSpPr>
          <p:nvPr>
            <p:ph type="body" idx="22" hasCustomPrompt="1"/>
          </p:nvPr>
        </p:nvSpPr>
        <p:spPr>
          <a:xfrm>
            <a:off x="479179" y="255020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9" name="Text Placeholder 20">
            <a:extLst>
              <a:ext uri="{FF2B5EF4-FFF2-40B4-BE49-F238E27FC236}">
                <a16:creationId xmlns:a16="http://schemas.microsoft.com/office/drawing/2014/main" id="{099EAF41-F887-59DE-2189-EA3FCC2CE800}"/>
              </a:ext>
            </a:extLst>
          </p:cNvPr>
          <p:cNvSpPr>
            <a:spLocks noGrp="1"/>
          </p:cNvSpPr>
          <p:nvPr>
            <p:ph type="body" idx="28" hasCustomPrompt="1"/>
          </p:nvPr>
        </p:nvSpPr>
        <p:spPr>
          <a:xfrm>
            <a:off x="8181223" y="255020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0" name="Text Placeholder 20">
            <a:extLst>
              <a:ext uri="{FF2B5EF4-FFF2-40B4-BE49-F238E27FC236}">
                <a16:creationId xmlns:a16="http://schemas.microsoft.com/office/drawing/2014/main" id="{F953861A-03D9-DD59-4FFC-AE152317D237}"/>
              </a:ext>
            </a:extLst>
          </p:cNvPr>
          <p:cNvSpPr>
            <a:spLocks noGrp="1"/>
          </p:cNvSpPr>
          <p:nvPr>
            <p:ph type="body" idx="31" hasCustomPrompt="1"/>
          </p:nvPr>
        </p:nvSpPr>
        <p:spPr>
          <a:xfrm>
            <a:off x="4330200" y="2550206"/>
            <a:ext cx="3531600" cy="914862"/>
          </a:xfrm>
        </p:spPr>
        <p:txBody>
          <a:bodyPr anchor="ctr" anchorCtr="0">
            <a:noAutofit/>
          </a:bodyPr>
          <a:lstStyle>
            <a:lvl1pPr marL="7938" indent="-7938" algn="ctr">
              <a:lnSpc>
                <a:spcPct val="100000"/>
              </a:lnSpc>
              <a:buNone/>
              <a:tabLst/>
              <a:defRPr lang="en-GB" sz="2800" b="1" i="0" kern="1200" dirty="0">
                <a:solidFill>
                  <a:schemeClr val="accent2"/>
                </a:solidFill>
                <a:latin typeface="Montserrat" pitchFamily="2" charset="77"/>
                <a:ea typeface="Palatino" pitchFamily="2" charset="77"/>
                <a:cs typeface="Arial" panose="020B0604020202020204" pitchFamily="34" charset="0"/>
              </a:defRPr>
            </a:lvl1pPr>
          </a:lstStyle>
          <a:p>
            <a:r>
              <a:rPr lang="en-GB" dirty="0"/>
              <a:t>Click to add text</a:t>
            </a:r>
          </a:p>
        </p:txBody>
      </p:sp>
      <p:sp>
        <p:nvSpPr>
          <p:cNvPr id="11" name="Title 6">
            <a:extLst>
              <a:ext uri="{FF2B5EF4-FFF2-40B4-BE49-F238E27FC236}">
                <a16:creationId xmlns:a16="http://schemas.microsoft.com/office/drawing/2014/main" id="{ABA1729D-44BF-B1B7-6F88-8F74F22EB847}"/>
              </a:ext>
            </a:extLst>
          </p:cNvPr>
          <p:cNvSpPr>
            <a:spLocks noGrp="1"/>
          </p:cNvSpPr>
          <p:nvPr>
            <p:ph type="title" hasCustomPrompt="1"/>
          </p:nvPr>
        </p:nvSpPr>
        <p:spPr>
          <a:xfrm>
            <a:off x="479425" y="441900"/>
            <a:ext cx="11233150" cy="1019255"/>
          </a:xfrm>
        </p:spPr>
        <p:txBody>
          <a:bodyPr/>
          <a:lstStyle>
            <a:lvl1pPr>
              <a:defRPr sz="2400" cap="all" baseline="0"/>
            </a:lvl1pPr>
          </a:lstStyle>
          <a:p>
            <a:r>
              <a:rPr lang="en-GB" dirty="0"/>
              <a:t>CLICK TO EDIT MASTER TITLE STYLE</a:t>
            </a:r>
            <a:endParaRPr lang="en-US" dirty="0"/>
          </a:p>
        </p:txBody>
      </p:sp>
      <p:sp>
        <p:nvSpPr>
          <p:cNvPr id="12" name="Text Placeholder 20">
            <a:extLst>
              <a:ext uri="{FF2B5EF4-FFF2-40B4-BE49-F238E27FC236}">
                <a16:creationId xmlns:a16="http://schemas.microsoft.com/office/drawing/2014/main" id="{A19D7F28-6509-A140-B2B1-207881FED790}"/>
              </a:ext>
            </a:extLst>
          </p:cNvPr>
          <p:cNvSpPr>
            <a:spLocks noGrp="1"/>
          </p:cNvSpPr>
          <p:nvPr>
            <p:ph type="body" idx="45" hasCustomPrompt="1"/>
          </p:nvPr>
        </p:nvSpPr>
        <p:spPr>
          <a:xfrm>
            <a:off x="477658" y="1768812"/>
            <a:ext cx="11233149" cy="515303"/>
          </a:xfrm>
        </p:spPr>
        <p:txBody>
          <a:bodyPr>
            <a:noAutofit/>
          </a:bodyPr>
          <a:lstStyle>
            <a:lvl1pPr marL="7938" indent="-7938">
              <a:lnSpc>
                <a:spcPct val="100000"/>
              </a:lnSpc>
              <a:buNone/>
              <a:tabLst/>
              <a:defRPr lang="en-GB" sz="1800" b="1" i="0" kern="1200" cap="all" baseline="0" dirty="0">
                <a:solidFill>
                  <a:schemeClr val="tx2"/>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2" name="Picture 1" descr="A logo with red text&#10;&#10;Description automatically generated">
            <a:extLst>
              <a:ext uri="{FF2B5EF4-FFF2-40B4-BE49-F238E27FC236}">
                <a16:creationId xmlns:a16="http://schemas.microsoft.com/office/drawing/2014/main" id="{B5EC3B0D-FF44-F772-2245-268057E582F6}"/>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495048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icture only">
    <p:spTree>
      <p:nvGrpSpPr>
        <p:cNvPr id="1" name=""/>
        <p:cNvGrpSpPr/>
        <p:nvPr/>
      </p:nvGrpSpPr>
      <p:grpSpPr>
        <a:xfrm>
          <a:off x="0" y="0"/>
          <a:ext cx="0" cy="0"/>
          <a:chOff x="0" y="0"/>
          <a:chExt cx="0" cy="0"/>
        </a:xfrm>
      </p:grpSpPr>
      <p:sp>
        <p:nvSpPr>
          <p:cNvPr id="8" name="Plassholder for bilde 7">
            <a:extLst>
              <a:ext uri="{FF2B5EF4-FFF2-40B4-BE49-F238E27FC236}">
                <a16:creationId xmlns:a16="http://schemas.microsoft.com/office/drawing/2014/main" id="{0B6B2F4F-5B6B-8E4C-B0B9-4B90F5CA3580}"/>
              </a:ext>
            </a:extLst>
          </p:cNvPr>
          <p:cNvSpPr>
            <a:spLocks noGrp="1"/>
          </p:cNvSpPr>
          <p:nvPr>
            <p:ph type="pic" sz="quarter" idx="13"/>
          </p:nvPr>
        </p:nvSpPr>
        <p:spPr>
          <a:xfrm>
            <a:off x="0" y="0"/>
            <a:ext cx="12192000" cy="6858000"/>
          </a:xfrm>
        </p:spPr>
        <p:txBody>
          <a:bodyPr>
            <a:normAutofit/>
          </a:bodyPr>
          <a:lstStyle>
            <a:lvl1pPr>
              <a:defRPr sz="1600">
                <a:solidFill>
                  <a:schemeClr val="tx1"/>
                </a:solidFill>
              </a:defRPr>
            </a:lvl1pPr>
          </a:lstStyle>
          <a:p>
            <a:r>
              <a:rPr lang="en-US"/>
              <a:t>Click icon to add picture</a:t>
            </a:r>
            <a:endParaRPr lang="nb-NO" dirty="0"/>
          </a:p>
        </p:txBody>
      </p:sp>
      <p:pic>
        <p:nvPicPr>
          <p:cNvPr id="2" name="Picture 1" descr="A logo with red text&#10;&#10;Description automatically generated">
            <a:extLst>
              <a:ext uri="{FF2B5EF4-FFF2-40B4-BE49-F238E27FC236}">
                <a16:creationId xmlns:a16="http://schemas.microsoft.com/office/drawing/2014/main" id="{FA0B4A3A-C935-6F3A-9BBC-23BF4B0F1DCB}"/>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40072788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hart only">
    <p:spTree>
      <p:nvGrpSpPr>
        <p:cNvPr id="1" name=""/>
        <p:cNvGrpSpPr/>
        <p:nvPr/>
      </p:nvGrpSpPr>
      <p:grpSpPr>
        <a:xfrm>
          <a:off x="0" y="0"/>
          <a:ext cx="0" cy="0"/>
          <a:chOff x="0" y="0"/>
          <a:chExt cx="0" cy="0"/>
        </a:xfrm>
      </p:grpSpPr>
      <p:sp>
        <p:nvSpPr>
          <p:cNvPr id="2" name="Plassholder for innhold 2">
            <a:extLst>
              <a:ext uri="{FF2B5EF4-FFF2-40B4-BE49-F238E27FC236}">
                <a16:creationId xmlns:a16="http://schemas.microsoft.com/office/drawing/2014/main" id="{6604E701-DD4A-274C-0BF3-62763F5EC427}"/>
              </a:ext>
            </a:extLst>
          </p:cNvPr>
          <p:cNvSpPr>
            <a:spLocks noGrp="1"/>
          </p:cNvSpPr>
          <p:nvPr>
            <p:ph idx="23"/>
          </p:nvPr>
        </p:nvSpPr>
        <p:spPr>
          <a:xfrm>
            <a:off x="479375" y="441900"/>
            <a:ext cx="11231436" cy="5650925"/>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pic>
        <p:nvPicPr>
          <p:cNvPr id="3" name="Picture 2" descr="A logo with red text&#10;&#10;Description automatically generated">
            <a:extLst>
              <a:ext uri="{FF2B5EF4-FFF2-40B4-BE49-F238E27FC236}">
                <a16:creationId xmlns:a16="http://schemas.microsoft.com/office/drawing/2014/main" id="{0B3988BF-4440-53F0-BA94-BCF1B7BC6E5D}"/>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4177144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nd call-out red">
    <p:spTree>
      <p:nvGrpSpPr>
        <p:cNvPr id="1" name=""/>
        <p:cNvGrpSpPr/>
        <p:nvPr/>
      </p:nvGrpSpPr>
      <p:grpSpPr>
        <a:xfrm>
          <a:off x="0" y="0"/>
          <a:ext cx="0" cy="0"/>
          <a:chOff x="0" y="0"/>
          <a:chExt cx="0" cy="0"/>
        </a:xfrm>
      </p:grpSpPr>
      <p:sp>
        <p:nvSpPr>
          <p:cNvPr id="4" name="Plassholder for innhold 2">
            <a:extLst>
              <a:ext uri="{FF2B5EF4-FFF2-40B4-BE49-F238E27FC236}">
                <a16:creationId xmlns:a16="http://schemas.microsoft.com/office/drawing/2014/main" id="{F74F2470-AE2C-A44C-EF5A-61479D0209B7}"/>
              </a:ext>
            </a:extLst>
          </p:cNvPr>
          <p:cNvSpPr>
            <a:spLocks noGrp="1"/>
          </p:cNvSpPr>
          <p:nvPr>
            <p:ph idx="23"/>
          </p:nvPr>
        </p:nvSpPr>
        <p:spPr>
          <a:xfrm>
            <a:off x="479375" y="441901"/>
            <a:ext cx="11231436" cy="4587300"/>
          </a:xfrm>
        </p:spPr>
        <p:txBody>
          <a:bodyPr anchor="ctr" anchorCtr="0">
            <a:normAutofit/>
          </a:bodyPr>
          <a:lstStyle>
            <a:lvl1pPr marL="0" indent="0" algn="ctr">
              <a:lnSpc>
                <a:spcPts val="2420"/>
              </a:lnSpc>
              <a:buNone/>
              <a:defRPr sz="1600">
                <a:solidFill>
                  <a:schemeClr val="tx1"/>
                </a:solidFill>
                <a:latin typeface="Montserrat" pitchFamily="2" charset="77"/>
              </a:defRPr>
            </a:lvl1pPr>
            <a:lvl2pPr marL="457200" indent="0">
              <a:lnSpc>
                <a:spcPct val="100000"/>
              </a:lnSpc>
              <a:buFont typeface="Arial" panose="020B0604020202020204" pitchFamily="34" charset="0"/>
              <a:buNone/>
              <a:defRPr sz="1400">
                <a:solidFill>
                  <a:schemeClr val="tx1"/>
                </a:solidFill>
                <a:latin typeface="Montserrat" pitchFamily="2" charset="77"/>
              </a:defRPr>
            </a:lvl2pPr>
            <a:lvl3pPr marL="914400" indent="0">
              <a:lnSpc>
                <a:spcPct val="100000"/>
              </a:lnSpc>
              <a:buNone/>
              <a:defRPr sz="1200">
                <a:solidFill>
                  <a:schemeClr val="tx1"/>
                </a:solidFill>
                <a:latin typeface="Montserrat" pitchFamily="2" charset="77"/>
              </a:defRPr>
            </a:lvl3pPr>
            <a:lvl4pPr marL="1371600" indent="0">
              <a:lnSpc>
                <a:spcPct val="100000"/>
              </a:lnSpc>
              <a:buNone/>
              <a:defRPr sz="1100">
                <a:solidFill>
                  <a:schemeClr val="tx1"/>
                </a:solidFill>
                <a:latin typeface="Montserrat" pitchFamily="2" charset="77"/>
              </a:defRPr>
            </a:lvl4pPr>
            <a:lvl5pPr marL="1828800" indent="0">
              <a:lnSpc>
                <a:spcPct val="100000"/>
              </a:lnSpc>
              <a:buNone/>
              <a:defRPr sz="1050">
                <a:solidFill>
                  <a:schemeClr val="tx1"/>
                </a:solidFill>
                <a:latin typeface="Montserrat" pitchFamily="2" charset="77"/>
              </a:defRPr>
            </a:lvl5pPr>
          </a:lstStyle>
          <a:p>
            <a:pPr lvl="0"/>
            <a:r>
              <a:rPr lang="en-US"/>
              <a:t>Click to edit Master text styles</a:t>
            </a:r>
          </a:p>
        </p:txBody>
      </p:sp>
      <p:sp>
        <p:nvSpPr>
          <p:cNvPr id="11" name="Content Placeholder 1">
            <a:extLst>
              <a:ext uri="{FF2B5EF4-FFF2-40B4-BE49-F238E27FC236}">
                <a16:creationId xmlns:a16="http://schemas.microsoft.com/office/drawing/2014/main" id="{284D9587-ED15-459B-0163-034296C2ED55}"/>
              </a:ext>
            </a:extLst>
          </p:cNvPr>
          <p:cNvSpPr txBox="1">
            <a:spLocks/>
          </p:cNvSpPr>
          <p:nvPr userDrawn="1"/>
        </p:nvSpPr>
        <p:spPr>
          <a:xfrm>
            <a:off x="479425" y="5349196"/>
            <a:ext cx="11233150" cy="996043"/>
          </a:xfrm>
          <a:prstGeom prst="rect">
            <a:avLst/>
          </a:prstGeom>
          <a:solidFill>
            <a:schemeClr val="tx2"/>
          </a:solidFill>
        </p:spPr>
        <p:txBody>
          <a:bodyPr vert="horz" lIns="144000" tIns="144000" rIns="144000" bIns="144000" rtlCol="0" anchor="ctr" anchorCtr="0">
            <a:normAutofit/>
          </a:bodyPr>
          <a:lstStyle>
            <a:lvl1pPr marL="342900" indent="-3429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Montserrat"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u="none" strike="noStrike" kern="1200" cap="none" spc="0" normalizeH="0" baseline="0" noProof="0" dirty="0">
              <a:ln>
                <a:noFill/>
              </a:ln>
              <a:solidFill>
                <a:prstClr val="white"/>
              </a:solidFill>
              <a:effectLst/>
              <a:uLnTx/>
              <a:uFillTx/>
              <a:cs typeface="+mn-cs"/>
            </a:endParaRPr>
          </a:p>
        </p:txBody>
      </p:sp>
      <p:sp>
        <p:nvSpPr>
          <p:cNvPr id="12" name="Plassholder for innhold 2">
            <a:extLst>
              <a:ext uri="{FF2B5EF4-FFF2-40B4-BE49-F238E27FC236}">
                <a16:creationId xmlns:a16="http://schemas.microsoft.com/office/drawing/2014/main" id="{E720F73F-9339-98E4-CBB2-CC1F54679C26}"/>
              </a:ext>
            </a:extLst>
          </p:cNvPr>
          <p:cNvSpPr>
            <a:spLocks noGrp="1"/>
          </p:cNvSpPr>
          <p:nvPr>
            <p:ph idx="12"/>
          </p:nvPr>
        </p:nvSpPr>
        <p:spPr>
          <a:xfrm>
            <a:off x="727166" y="5630562"/>
            <a:ext cx="10737669" cy="433311"/>
          </a:xfrm>
        </p:spPr>
        <p:txBody>
          <a:bodyPr anchor="ctr" anchorCtr="0">
            <a:normAutofit/>
          </a:bodyPr>
          <a:lstStyle>
            <a:lvl1pPr marL="0" indent="0" algn="ctr">
              <a:lnSpc>
                <a:spcPts val="2120"/>
              </a:lnSpc>
              <a:buNone/>
              <a:defRPr sz="1600" b="1">
                <a:solidFill>
                  <a:schemeClr val="bg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spTree>
    <p:extLst>
      <p:ext uri="{BB962C8B-B14F-4D97-AF65-F5344CB8AC3E}">
        <p14:creationId xmlns:p14="http://schemas.microsoft.com/office/powerpoint/2010/main" val="37934350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rt, text and image">
    <p:bg>
      <p:bgPr>
        <a:solidFill>
          <a:schemeClr val="bg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479DE98-C827-9B3A-6A57-7B4774116110}"/>
              </a:ext>
            </a:extLst>
          </p:cNvPr>
          <p:cNvSpPr>
            <a:spLocks noGrp="1"/>
          </p:cNvSpPr>
          <p:nvPr>
            <p:ph type="pic" sz="quarter" idx="10"/>
          </p:nvPr>
        </p:nvSpPr>
        <p:spPr>
          <a:xfrm>
            <a:off x="7631083" y="6350"/>
            <a:ext cx="4560917" cy="6851650"/>
          </a:xfrm>
        </p:spPr>
        <p:txBody>
          <a:bodyPr/>
          <a:lstStyle/>
          <a:p>
            <a:r>
              <a:rPr lang="en-US"/>
              <a:t>Click icon to add picture</a:t>
            </a:r>
            <a:endParaRPr lang="en-US" dirty="0"/>
          </a:p>
        </p:txBody>
      </p:sp>
      <p:sp>
        <p:nvSpPr>
          <p:cNvPr id="6" name="Title 6">
            <a:extLst>
              <a:ext uri="{FF2B5EF4-FFF2-40B4-BE49-F238E27FC236}">
                <a16:creationId xmlns:a16="http://schemas.microsoft.com/office/drawing/2014/main" id="{5C31CDF3-3652-5696-0583-A1FCDA0B2814}"/>
              </a:ext>
            </a:extLst>
          </p:cNvPr>
          <p:cNvSpPr>
            <a:spLocks noGrp="1"/>
          </p:cNvSpPr>
          <p:nvPr>
            <p:ph type="title" hasCustomPrompt="1"/>
          </p:nvPr>
        </p:nvSpPr>
        <p:spPr>
          <a:xfrm>
            <a:off x="479425" y="441900"/>
            <a:ext cx="6658354" cy="1019255"/>
          </a:xfrm>
        </p:spPr>
        <p:txBody>
          <a:bodyPr/>
          <a:lstStyle>
            <a:lvl1pPr>
              <a:defRPr sz="2400" cap="all" baseline="0"/>
            </a:lvl1pPr>
          </a:lstStyle>
          <a:p>
            <a:r>
              <a:rPr lang="en-GB" dirty="0"/>
              <a:t>CLICK TO EDIT MASTER TITLE STYLE</a:t>
            </a:r>
            <a:endParaRPr lang="en-US" dirty="0"/>
          </a:p>
        </p:txBody>
      </p:sp>
      <p:sp>
        <p:nvSpPr>
          <p:cNvPr id="7" name="Plassholder for innhold 2">
            <a:extLst>
              <a:ext uri="{FF2B5EF4-FFF2-40B4-BE49-F238E27FC236}">
                <a16:creationId xmlns:a16="http://schemas.microsoft.com/office/drawing/2014/main" id="{FC54EE70-2BE8-2394-5D6C-392D7857B4A7}"/>
              </a:ext>
            </a:extLst>
          </p:cNvPr>
          <p:cNvSpPr>
            <a:spLocks noGrp="1"/>
          </p:cNvSpPr>
          <p:nvPr>
            <p:ph sz="half" idx="12"/>
          </p:nvPr>
        </p:nvSpPr>
        <p:spPr>
          <a:xfrm>
            <a:off x="479375" y="5158854"/>
            <a:ext cx="6658354" cy="118251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0" name="Chart Placeholder 9">
            <a:extLst>
              <a:ext uri="{FF2B5EF4-FFF2-40B4-BE49-F238E27FC236}">
                <a16:creationId xmlns:a16="http://schemas.microsoft.com/office/drawing/2014/main" id="{E8A98FC1-A873-541A-0E68-C2925DDA963D}"/>
              </a:ext>
            </a:extLst>
          </p:cNvPr>
          <p:cNvSpPr>
            <a:spLocks noGrp="1"/>
          </p:cNvSpPr>
          <p:nvPr>
            <p:ph type="chart" sz="quarter" idx="14"/>
          </p:nvPr>
        </p:nvSpPr>
        <p:spPr>
          <a:xfrm>
            <a:off x="479425" y="1756309"/>
            <a:ext cx="6658304" cy="2168525"/>
          </a:xfrm>
        </p:spPr>
        <p:txBody>
          <a:bodyPr/>
          <a:lstStyle/>
          <a:p>
            <a:r>
              <a:rPr lang="en-US"/>
              <a:t>Click icon to add chart</a:t>
            </a:r>
            <a:endParaRPr lang="en-US" dirty="0"/>
          </a:p>
        </p:txBody>
      </p:sp>
      <p:sp>
        <p:nvSpPr>
          <p:cNvPr id="14" name="Plassholder for innhold 2">
            <a:extLst>
              <a:ext uri="{FF2B5EF4-FFF2-40B4-BE49-F238E27FC236}">
                <a16:creationId xmlns:a16="http://schemas.microsoft.com/office/drawing/2014/main" id="{91DB35CF-F4A4-BADB-4F2C-3108E6D3A0DE}"/>
              </a:ext>
            </a:extLst>
          </p:cNvPr>
          <p:cNvSpPr>
            <a:spLocks noGrp="1"/>
          </p:cNvSpPr>
          <p:nvPr>
            <p:ph sz="half" idx="16"/>
          </p:nvPr>
        </p:nvSpPr>
        <p:spPr>
          <a:xfrm>
            <a:off x="479375" y="4139132"/>
            <a:ext cx="6658304" cy="801358"/>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pic>
        <p:nvPicPr>
          <p:cNvPr id="3" name="Picture 2" descr="A logo with red text&#10;&#10;Description automatically generated">
            <a:extLst>
              <a:ext uri="{FF2B5EF4-FFF2-40B4-BE49-F238E27FC236}">
                <a16:creationId xmlns:a16="http://schemas.microsoft.com/office/drawing/2014/main" id="{68C47C00-06E5-9FC5-A831-BD7A4766317A}"/>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7582914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Charts, text and image">
    <p:bg>
      <p:bgPr>
        <a:solidFill>
          <a:schemeClr val="bg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479DE98-C827-9B3A-6A57-7B4774116110}"/>
              </a:ext>
            </a:extLst>
          </p:cNvPr>
          <p:cNvSpPr>
            <a:spLocks noGrp="1"/>
          </p:cNvSpPr>
          <p:nvPr>
            <p:ph type="pic" sz="quarter" idx="10"/>
          </p:nvPr>
        </p:nvSpPr>
        <p:spPr>
          <a:xfrm>
            <a:off x="7631083" y="6350"/>
            <a:ext cx="4560917" cy="6851650"/>
          </a:xfrm>
        </p:spPr>
        <p:txBody>
          <a:bodyPr/>
          <a:lstStyle/>
          <a:p>
            <a:r>
              <a:rPr lang="en-US"/>
              <a:t>Click icon to add picture</a:t>
            </a:r>
            <a:endParaRPr lang="en-US" dirty="0"/>
          </a:p>
        </p:txBody>
      </p:sp>
      <p:sp>
        <p:nvSpPr>
          <p:cNvPr id="6" name="Title 6">
            <a:extLst>
              <a:ext uri="{FF2B5EF4-FFF2-40B4-BE49-F238E27FC236}">
                <a16:creationId xmlns:a16="http://schemas.microsoft.com/office/drawing/2014/main" id="{5C31CDF3-3652-5696-0583-A1FCDA0B2814}"/>
              </a:ext>
            </a:extLst>
          </p:cNvPr>
          <p:cNvSpPr>
            <a:spLocks noGrp="1"/>
          </p:cNvSpPr>
          <p:nvPr>
            <p:ph type="title" hasCustomPrompt="1"/>
          </p:nvPr>
        </p:nvSpPr>
        <p:spPr>
          <a:xfrm>
            <a:off x="479425" y="441900"/>
            <a:ext cx="6658354" cy="1019255"/>
          </a:xfrm>
        </p:spPr>
        <p:txBody>
          <a:bodyPr/>
          <a:lstStyle>
            <a:lvl1pPr>
              <a:defRPr sz="2400" cap="all" baseline="0"/>
            </a:lvl1pPr>
          </a:lstStyle>
          <a:p>
            <a:r>
              <a:rPr lang="en-GB" dirty="0"/>
              <a:t>CLICK TO EDIT MASTER TITLE STYLE</a:t>
            </a:r>
            <a:endParaRPr lang="en-US" dirty="0"/>
          </a:p>
        </p:txBody>
      </p:sp>
      <p:sp>
        <p:nvSpPr>
          <p:cNvPr id="7" name="Plassholder for innhold 2">
            <a:extLst>
              <a:ext uri="{FF2B5EF4-FFF2-40B4-BE49-F238E27FC236}">
                <a16:creationId xmlns:a16="http://schemas.microsoft.com/office/drawing/2014/main" id="{FC54EE70-2BE8-2394-5D6C-392D7857B4A7}"/>
              </a:ext>
            </a:extLst>
          </p:cNvPr>
          <p:cNvSpPr>
            <a:spLocks noGrp="1"/>
          </p:cNvSpPr>
          <p:nvPr>
            <p:ph sz="half" idx="12"/>
          </p:nvPr>
        </p:nvSpPr>
        <p:spPr>
          <a:xfrm>
            <a:off x="479375" y="5158854"/>
            <a:ext cx="6658354" cy="1182510"/>
          </a:xfrm>
        </p:spPr>
        <p:txBody>
          <a:bodyPr>
            <a:normAutofit/>
          </a:bodyPr>
          <a:lstStyle>
            <a:lvl1pPr marL="0" indent="0">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0" name="Chart Placeholder 9">
            <a:extLst>
              <a:ext uri="{FF2B5EF4-FFF2-40B4-BE49-F238E27FC236}">
                <a16:creationId xmlns:a16="http://schemas.microsoft.com/office/drawing/2014/main" id="{E8A98FC1-A873-541A-0E68-C2925DDA963D}"/>
              </a:ext>
            </a:extLst>
          </p:cNvPr>
          <p:cNvSpPr>
            <a:spLocks noGrp="1"/>
          </p:cNvSpPr>
          <p:nvPr>
            <p:ph type="chart" sz="quarter" idx="14"/>
          </p:nvPr>
        </p:nvSpPr>
        <p:spPr>
          <a:xfrm>
            <a:off x="479425" y="1756309"/>
            <a:ext cx="3014663" cy="2168525"/>
          </a:xfrm>
        </p:spPr>
        <p:txBody>
          <a:bodyPr/>
          <a:lstStyle/>
          <a:p>
            <a:r>
              <a:rPr lang="en-US"/>
              <a:t>Click icon to add chart</a:t>
            </a:r>
            <a:endParaRPr lang="en-US" dirty="0"/>
          </a:p>
        </p:txBody>
      </p:sp>
      <p:sp>
        <p:nvSpPr>
          <p:cNvPr id="13" name="Chart Placeholder 9">
            <a:extLst>
              <a:ext uri="{FF2B5EF4-FFF2-40B4-BE49-F238E27FC236}">
                <a16:creationId xmlns:a16="http://schemas.microsoft.com/office/drawing/2014/main" id="{7AB83B49-3C1C-768B-80FB-36EB0ED40BB6}"/>
              </a:ext>
            </a:extLst>
          </p:cNvPr>
          <p:cNvSpPr>
            <a:spLocks noGrp="1"/>
          </p:cNvSpPr>
          <p:nvPr>
            <p:ph type="chart" sz="quarter" idx="15"/>
          </p:nvPr>
        </p:nvSpPr>
        <p:spPr>
          <a:xfrm>
            <a:off x="4123066" y="1756309"/>
            <a:ext cx="3014663" cy="2168525"/>
          </a:xfrm>
        </p:spPr>
        <p:txBody>
          <a:bodyPr/>
          <a:lstStyle/>
          <a:p>
            <a:r>
              <a:rPr lang="en-US"/>
              <a:t>Click icon to add chart</a:t>
            </a:r>
            <a:endParaRPr lang="en-US" dirty="0"/>
          </a:p>
        </p:txBody>
      </p:sp>
      <p:sp>
        <p:nvSpPr>
          <p:cNvPr id="14" name="Plassholder for innhold 2">
            <a:extLst>
              <a:ext uri="{FF2B5EF4-FFF2-40B4-BE49-F238E27FC236}">
                <a16:creationId xmlns:a16="http://schemas.microsoft.com/office/drawing/2014/main" id="{91DB35CF-F4A4-BADB-4F2C-3108E6D3A0DE}"/>
              </a:ext>
            </a:extLst>
          </p:cNvPr>
          <p:cNvSpPr>
            <a:spLocks noGrp="1"/>
          </p:cNvSpPr>
          <p:nvPr>
            <p:ph sz="half" idx="16"/>
          </p:nvPr>
        </p:nvSpPr>
        <p:spPr>
          <a:xfrm>
            <a:off x="479375" y="4139132"/>
            <a:ext cx="3014663" cy="801358"/>
          </a:xfrm>
        </p:spPr>
        <p:txBody>
          <a:bodyPr>
            <a:normAutofit/>
          </a:bodyPr>
          <a:lstStyle>
            <a:lvl1pPr marL="0" indent="0" algn="ctr">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sp>
        <p:nvSpPr>
          <p:cNvPr id="15" name="Plassholder for innhold 2">
            <a:extLst>
              <a:ext uri="{FF2B5EF4-FFF2-40B4-BE49-F238E27FC236}">
                <a16:creationId xmlns:a16="http://schemas.microsoft.com/office/drawing/2014/main" id="{97E50EDC-8E07-8359-B736-C35145A17A7C}"/>
              </a:ext>
            </a:extLst>
          </p:cNvPr>
          <p:cNvSpPr>
            <a:spLocks noGrp="1"/>
          </p:cNvSpPr>
          <p:nvPr>
            <p:ph sz="half" idx="17"/>
          </p:nvPr>
        </p:nvSpPr>
        <p:spPr>
          <a:xfrm>
            <a:off x="4123065" y="4139132"/>
            <a:ext cx="3014663" cy="801358"/>
          </a:xfrm>
        </p:spPr>
        <p:txBody>
          <a:bodyPr>
            <a:normAutofit/>
          </a:bodyPr>
          <a:lstStyle>
            <a:lvl1pPr marL="0" indent="0" algn="ctr">
              <a:lnSpc>
                <a:spcPts val="2120"/>
              </a:lnSpc>
              <a:buNone/>
              <a:defRPr sz="1600" b="0" i="0">
                <a:solidFill>
                  <a:schemeClr val="tx1"/>
                </a:solidFill>
                <a:latin typeface="Montserrat" pitchFamily="2" charset="77"/>
                <a:ea typeface="Palatino" pitchFamily="2" charset="77"/>
                <a:cs typeface="Arial" panose="020B0604020202020204" pitchFamily="34" charset="0"/>
              </a:defRPr>
            </a:lvl1pPr>
            <a:lvl2pPr marL="457200" indent="0">
              <a:buNone/>
              <a:defRPr b="0" i="0">
                <a:latin typeface="Arial" panose="020B0604020202020204" pitchFamily="34" charset="0"/>
                <a:ea typeface="Palatino" pitchFamily="2" charset="77"/>
                <a:cs typeface="Arial" panose="020B0604020202020204" pitchFamily="34" charset="0"/>
              </a:defRPr>
            </a:lvl2pPr>
            <a:lvl3pPr marL="914400" indent="0">
              <a:buNone/>
              <a:defRPr b="0" i="0">
                <a:latin typeface="Arial" panose="020B0604020202020204" pitchFamily="34" charset="0"/>
                <a:ea typeface="Palatino" pitchFamily="2" charset="77"/>
                <a:cs typeface="Arial" panose="020B0604020202020204" pitchFamily="34" charset="0"/>
              </a:defRPr>
            </a:lvl3pPr>
            <a:lvl4pPr marL="1371600" indent="0">
              <a:buNone/>
              <a:defRPr b="0" i="0">
                <a:latin typeface="Arial" panose="020B0604020202020204" pitchFamily="34" charset="0"/>
                <a:ea typeface="Palatino" pitchFamily="2" charset="77"/>
                <a:cs typeface="Arial" panose="020B0604020202020204" pitchFamily="34" charset="0"/>
              </a:defRPr>
            </a:lvl4pPr>
            <a:lvl5pPr marL="1828800" indent="0">
              <a:buNone/>
              <a:defRPr b="0" i="0">
                <a:latin typeface="Arial" panose="020B0604020202020204" pitchFamily="34" charset="0"/>
                <a:ea typeface="Palatino" pitchFamily="2" charset="77"/>
                <a:cs typeface="Arial" panose="020B0604020202020204" pitchFamily="34" charset="0"/>
              </a:defRPr>
            </a:lvl5pPr>
          </a:lstStyle>
          <a:p>
            <a:pPr lvl="0"/>
            <a:r>
              <a:rPr lang="en-US"/>
              <a:t>Click to edit Master text styles</a:t>
            </a:r>
          </a:p>
        </p:txBody>
      </p:sp>
      <p:pic>
        <p:nvPicPr>
          <p:cNvPr id="3" name="Picture 2" descr="A logo with red text&#10;&#10;Description automatically generated">
            <a:extLst>
              <a:ext uri="{FF2B5EF4-FFF2-40B4-BE49-F238E27FC236}">
                <a16:creationId xmlns:a16="http://schemas.microsoft.com/office/drawing/2014/main" id="{F4D75AF9-AE4C-3BE7-9AB8-D7FE13D9FB70}"/>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10658338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data and key text">
    <p:bg>
      <p:bgPr>
        <a:solidFill>
          <a:schemeClr val="bg1"/>
        </a:solidFill>
        <a:effectLst/>
      </p:bgPr>
    </p:bg>
    <p:spTree>
      <p:nvGrpSpPr>
        <p:cNvPr id="1" name=""/>
        <p:cNvGrpSpPr/>
        <p:nvPr/>
      </p:nvGrpSpPr>
      <p:grpSpPr>
        <a:xfrm>
          <a:off x="0" y="0"/>
          <a:ext cx="0" cy="0"/>
          <a:chOff x="0" y="0"/>
          <a:chExt cx="0" cy="0"/>
        </a:xfrm>
      </p:grpSpPr>
      <p:sp>
        <p:nvSpPr>
          <p:cNvPr id="5" name="Plassholder for innhold 2">
            <a:extLst>
              <a:ext uri="{FF2B5EF4-FFF2-40B4-BE49-F238E27FC236}">
                <a16:creationId xmlns:a16="http://schemas.microsoft.com/office/drawing/2014/main" id="{FA535758-FF18-0436-D2A1-331A412E2089}"/>
              </a:ext>
            </a:extLst>
          </p:cNvPr>
          <p:cNvSpPr>
            <a:spLocks noGrp="1"/>
          </p:cNvSpPr>
          <p:nvPr>
            <p:ph idx="11"/>
          </p:nvPr>
        </p:nvSpPr>
        <p:spPr>
          <a:xfrm>
            <a:off x="479426" y="441900"/>
            <a:ext cx="5616574" cy="5899464"/>
          </a:xfrm>
        </p:spPr>
        <p:txBody>
          <a:bodyPr>
            <a:normAutofit/>
          </a:bodyPr>
          <a:lstStyle>
            <a:lvl1pPr marL="0" indent="0">
              <a:lnSpc>
                <a:spcPct val="100000"/>
              </a:lnSpc>
              <a:buNone/>
              <a:defRPr sz="3200" b="1">
                <a:solidFill>
                  <a:schemeClr val="tx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sp>
        <p:nvSpPr>
          <p:cNvPr id="9" name="Plassholder for innhold 2">
            <a:extLst>
              <a:ext uri="{FF2B5EF4-FFF2-40B4-BE49-F238E27FC236}">
                <a16:creationId xmlns:a16="http://schemas.microsoft.com/office/drawing/2014/main" id="{8EBBCE72-8EFD-78C1-E6F7-37D8B11C7BCD}"/>
              </a:ext>
            </a:extLst>
          </p:cNvPr>
          <p:cNvSpPr>
            <a:spLocks noGrp="1"/>
          </p:cNvSpPr>
          <p:nvPr>
            <p:ph idx="12"/>
          </p:nvPr>
        </p:nvSpPr>
        <p:spPr>
          <a:xfrm>
            <a:off x="6575426" y="441900"/>
            <a:ext cx="5137148" cy="5899464"/>
          </a:xfrm>
        </p:spPr>
        <p:txBody>
          <a:bodyPr>
            <a:normAutofit/>
          </a:bodyPr>
          <a:lstStyle>
            <a:lvl1pPr marL="0" indent="0">
              <a:lnSpc>
                <a:spcPct val="100000"/>
              </a:lnSpc>
              <a:buNone/>
              <a:defRPr sz="1400" b="0">
                <a:solidFill>
                  <a:schemeClr val="tx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pic>
        <p:nvPicPr>
          <p:cNvPr id="2" name="Picture 1" descr="A logo with red text&#10;&#10;Description automatically generated">
            <a:extLst>
              <a:ext uri="{FF2B5EF4-FFF2-40B4-BE49-F238E27FC236}">
                <a16:creationId xmlns:a16="http://schemas.microsoft.com/office/drawing/2014/main" id="{03CE9125-9B2D-CABF-F7D0-95BACD8D4784}"/>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8147454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ternative Image/data and key text">
    <p:bg>
      <p:bgPr>
        <a:solidFill>
          <a:schemeClr val="bg1"/>
        </a:solidFill>
        <a:effectLst/>
      </p:bgPr>
    </p:bg>
    <p:spTree>
      <p:nvGrpSpPr>
        <p:cNvPr id="1" name=""/>
        <p:cNvGrpSpPr/>
        <p:nvPr/>
      </p:nvGrpSpPr>
      <p:grpSpPr>
        <a:xfrm>
          <a:off x="0" y="0"/>
          <a:ext cx="0" cy="0"/>
          <a:chOff x="0" y="0"/>
          <a:chExt cx="0" cy="0"/>
        </a:xfrm>
      </p:grpSpPr>
      <p:sp>
        <p:nvSpPr>
          <p:cNvPr id="5" name="Plassholder for innhold 2">
            <a:extLst>
              <a:ext uri="{FF2B5EF4-FFF2-40B4-BE49-F238E27FC236}">
                <a16:creationId xmlns:a16="http://schemas.microsoft.com/office/drawing/2014/main" id="{FA535758-FF18-0436-D2A1-331A412E2089}"/>
              </a:ext>
            </a:extLst>
          </p:cNvPr>
          <p:cNvSpPr>
            <a:spLocks noGrp="1"/>
          </p:cNvSpPr>
          <p:nvPr>
            <p:ph idx="11"/>
          </p:nvPr>
        </p:nvSpPr>
        <p:spPr>
          <a:xfrm>
            <a:off x="6096000" y="441900"/>
            <a:ext cx="5616574" cy="5899464"/>
          </a:xfrm>
        </p:spPr>
        <p:txBody>
          <a:bodyPr>
            <a:normAutofit/>
          </a:bodyPr>
          <a:lstStyle>
            <a:lvl1pPr marL="0" indent="0">
              <a:lnSpc>
                <a:spcPct val="100000"/>
              </a:lnSpc>
              <a:buNone/>
              <a:defRPr sz="3200" b="1">
                <a:solidFill>
                  <a:schemeClr val="tx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sp>
        <p:nvSpPr>
          <p:cNvPr id="2" name="Plassholder for innhold 2">
            <a:extLst>
              <a:ext uri="{FF2B5EF4-FFF2-40B4-BE49-F238E27FC236}">
                <a16:creationId xmlns:a16="http://schemas.microsoft.com/office/drawing/2014/main" id="{142B66FF-5353-2481-5D93-425AA27CAEBB}"/>
              </a:ext>
            </a:extLst>
          </p:cNvPr>
          <p:cNvSpPr>
            <a:spLocks noGrp="1"/>
          </p:cNvSpPr>
          <p:nvPr>
            <p:ph idx="12"/>
          </p:nvPr>
        </p:nvSpPr>
        <p:spPr>
          <a:xfrm>
            <a:off x="479426" y="441900"/>
            <a:ext cx="5137148" cy="5899464"/>
          </a:xfrm>
        </p:spPr>
        <p:txBody>
          <a:bodyPr>
            <a:normAutofit/>
          </a:bodyPr>
          <a:lstStyle>
            <a:lvl1pPr marL="0" indent="0">
              <a:lnSpc>
                <a:spcPct val="100000"/>
              </a:lnSpc>
              <a:buNone/>
              <a:defRPr sz="1400" b="0">
                <a:solidFill>
                  <a:schemeClr val="tx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pic>
        <p:nvPicPr>
          <p:cNvPr id="3" name="Picture 2" descr="A logo with red text&#10;&#10;Description automatically generated">
            <a:extLst>
              <a:ext uri="{FF2B5EF4-FFF2-40B4-BE49-F238E27FC236}">
                <a16:creationId xmlns:a16="http://schemas.microsoft.com/office/drawing/2014/main" id="{D62D474D-F22F-94B8-34F2-CF32A526F6E7}"/>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20744464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and text red">
    <p:bg>
      <p:bgPr>
        <a:solidFill>
          <a:schemeClr val="tx2"/>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479DE98-C827-9B3A-6A57-7B4774116110}"/>
              </a:ext>
            </a:extLst>
          </p:cNvPr>
          <p:cNvSpPr>
            <a:spLocks noGrp="1"/>
          </p:cNvSpPr>
          <p:nvPr>
            <p:ph type="pic" sz="quarter" idx="10"/>
          </p:nvPr>
        </p:nvSpPr>
        <p:spPr>
          <a:xfrm>
            <a:off x="6575425" y="6350"/>
            <a:ext cx="5616575" cy="6851650"/>
          </a:xfrm>
        </p:spPr>
        <p:txBody>
          <a:bodyPr/>
          <a:lstStyle/>
          <a:p>
            <a:r>
              <a:rPr lang="en-US"/>
              <a:t>Click icon to add picture</a:t>
            </a:r>
            <a:endParaRPr lang="en-US" dirty="0"/>
          </a:p>
        </p:txBody>
      </p:sp>
      <p:sp>
        <p:nvSpPr>
          <p:cNvPr id="5" name="Plassholder for innhold 2">
            <a:extLst>
              <a:ext uri="{FF2B5EF4-FFF2-40B4-BE49-F238E27FC236}">
                <a16:creationId xmlns:a16="http://schemas.microsoft.com/office/drawing/2014/main" id="{FA535758-FF18-0436-D2A1-331A412E2089}"/>
              </a:ext>
            </a:extLst>
          </p:cNvPr>
          <p:cNvSpPr>
            <a:spLocks noGrp="1"/>
          </p:cNvSpPr>
          <p:nvPr>
            <p:ph idx="11"/>
          </p:nvPr>
        </p:nvSpPr>
        <p:spPr>
          <a:xfrm>
            <a:off x="479426" y="441900"/>
            <a:ext cx="5616574" cy="5899464"/>
          </a:xfrm>
        </p:spPr>
        <p:txBody>
          <a:bodyPr>
            <a:normAutofit/>
          </a:bodyPr>
          <a:lstStyle>
            <a:lvl1pPr marL="0" indent="0">
              <a:lnSpc>
                <a:spcPct val="100000"/>
              </a:lnSpc>
              <a:buNone/>
              <a:defRPr sz="3200" b="1">
                <a:solidFill>
                  <a:schemeClr val="bg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pic>
        <p:nvPicPr>
          <p:cNvPr id="3" name="Picture 2">
            <a:extLst>
              <a:ext uri="{FF2B5EF4-FFF2-40B4-BE49-F238E27FC236}">
                <a16:creationId xmlns:a16="http://schemas.microsoft.com/office/drawing/2014/main" id="{E0D25D03-C975-FF4E-D17C-2CC3AF9BE037}"/>
              </a:ext>
            </a:extLst>
          </p:cNvPr>
          <p:cNvPicPr>
            <a:picLocks noChangeAspect="1"/>
          </p:cNvPicPr>
          <p:nvPr userDrawn="1"/>
        </p:nvPicPr>
        <p:blipFill>
          <a:blip r:embed="rId2"/>
          <a:srcRect/>
          <a:stretch/>
        </p:blipFill>
        <p:spPr>
          <a:xfrm>
            <a:off x="11032434" y="88518"/>
            <a:ext cx="1040296" cy="427467"/>
          </a:xfrm>
          <a:prstGeom prst="rect">
            <a:avLst/>
          </a:prstGeom>
        </p:spPr>
      </p:pic>
    </p:spTree>
    <p:extLst>
      <p:ext uri="{BB962C8B-B14F-4D97-AF65-F5344CB8AC3E}">
        <p14:creationId xmlns:p14="http://schemas.microsoft.com/office/powerpoint/2010/main" val="3739326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hort statement light orange">
    <p:bg>
      <p:bgPr>
        <a:solidFill>
          <a:schemeClr val="accent2"/>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2701671" y="1828799"/>
            <a:ext cx="6788658" cy="3200401"/>
          </a:xfrm>
        </p:spPr>
        <p:txBody>
          <a:bodyPr anchor="ctr" anchorCtr="0">
            <a:noAutofit/>
          </a:bodyPr>
          <a:lstStyle>
            <a:lvl1pPr algn="ctr">
              <a:defRPr sz="6000">
                <a:solidFill>
                  <a:schemeClr val="bg1"/>
                </a:solidFill>
              </a:defRPr>
            </a:lvl1pPr>
          </a:lstStyle>
          <a:p>
            <a:r>
              <a:rPr lang="en-GB" noProof="0" dirty="0"/>
              <a:t>Enter title here</a:t>
            </a:r>
            <a:endParaRPr lang="nb-NO" dirty="0"/>
          </a:p>
        </p:txBody>
      </p:sp>
      <p:pic>
        <p:nvPicPr>
          <p:cNvPr id="4" name="Picture 3">
            <a:extLst>
              <a:ext uri="{FF2B5EF4-FFF2-40B4-BE49-F238E27FC236}">
                <a16:creationId xmlns:a16="http://schemas.microsoft.com/office/drawing/2014/main" id="{89257E9A-5057-9A73-55F8-E4E0BCD723C0}"/>
              </a:ext>
            </a:extLst>
          </p:cNvPr>
          <p:cNvPicPr>
            <a:picLocks noChangeAspect="1"/>
          </p:cNvPicPr>
          <p:nvPr userDrawn="1"/>
        </p:nvPicPr>
        <p:blipFill>
          <a:blip r:embed="rId2"/>
          <a:srcRect/>
          <a:stretch/>
        </p:blipFill>
        <p:spPr>
          <a:xfrm>
            <a:off x="779248" y="-618584"/>
            <a:ext cx="11688722" cy="9506828"/>
          </a:xfrm>
          <a:prstGeom prst="rect">
            <a:avLst/>
          </a:prstGeom>
        </p:spPr>
      </p:pic>
      <p:pic>
        <p:nvPicPr>
          <p:cNvPr id="2" name="Picture 1">
            <a:extLst>
              <a:ext uri="{FF2B5EF4-FFF2-40B4-BE49-F238E27FC236}">
                <a16:creationId xmlns:a16="http://schemas.microsoft.com/office/drawing/2014/main" id="{0FB454C3-ADCA-83AD-E5B6-AE7AE05BDE5D}"/>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19136408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hort statement dark orange">
    <p:bg>
      <p:bgPr>
        <a:solidFill>
          <a:schemeClr val="accent3"/>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2701671" y="1828799"/>
            <a:ext cx="6788658" cy="3200401"/>
          </a:xfrm>
        </p:spPr>
        <p:txBody>
          <a:bodyPr anchor="ctr" anchorCtr="0">
            <a:noAutofit/>
          </a:bodyPr>
          <a:lstStyle>
            <a:lvl1pPr algn="ctr">
              <a:defRPr sz="6000">
                <a:solidFill>
                  <a:schemeClr val="bg1"/>
                </a:solidFill>
              </a:defRPr>
            </a:lvl1pPr>
          </a:lstStyle>
          <a:p>
            <a:r>
              <a:rPr lang="en-GB" noProof="0" dirty="0"/>
              <a:t>Enter title here</a:t>
            </a:r>
            <a:endParaRPr lang="nb-NO" dirty="0"/>
          </a:p>
        </p:txBody>
      </p:sp>
      <p:pic>
        <p:nvPicPr>
          <p:cNvPr id="4" name="Picture 3">
            <a:extLst>
              <a:ext uri="{FF2B5EF4-FFF2-40B4-BE49-F238E27FC236}">
                <a16:creationId xmlns:a16="http://schemas.microsoft.com/office/drawing/2014/main" id="{B017206D-8964-3DDE-E954-CEF728C030A8}"/>
              </a:ext>
            </a:extLst>
          </p:cNvPr>
          <p:cNvPicPr>
            <a:picLocks noChangeAspect="1"/>
          </p:cNvPicPr>
          <p:nvPr userDrawn="1"/>
        </p:nvPicPr>
        <p:blipFill>
          <a:blip r:embed="rId2"/>
          <a:srcRect/>
          <a:stretch/>
        </p:blipFill>
        <p:spPr>
          <a:xfrm>
            <a:off x="779248" y="-618584"/>
            <a:ext cx="11688722" cy="9506828"/>
          </a:xfrm>
          <a:prstGeom prst="rect">
            <a:avLst/>
          </a:prstGeom>
        </p:spPr>
      </p:pic>
      <p:pic>
        <p:nvPicPr>
          <p:cNvPr id="2" name="Picture 1">
            <a:extLst>
              <a:ext uri="{FF2B5EF4-FFF2-40B4-BE49-F238E27FC236}">
                <a16:creationId xmlns:a16="http://schemas.microsoft.com/office/drawing/2014/main" id="{B096BA46-30AA-71D6-C003-97AE7D688085}"/>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30794537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Short statement green">
    <p:bg>
      <p:bgPr>
        <a:solidFill>
          <a:schemeClr val="accent4"/>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2701671" y="1828799"/>
            <a:ext cx="6788658" cy="3200401"/>
          </a:xfrm>
        </p:spPr>
        <p:txBody>
          <a:bodyPr anchor="ctr" anchorCtr="0">
            <a:noAutofit/>
          </a:bodyPr>
          <a:lstStyle>
            <a:lvl1pPr algn="ctr">
              <a:defRPr sz="6000">
                <a:solidFill>
                  <a:schemeClr val="bg1"/>
                </a:solidFill>
              </a:defRPr>
            </a:lvl1pPr>
          </a:lstStyle>
          <a:p>
            <a:r>
              <a:rPr lang="en-GB" noProof="0" dirty="0"/>
              <a:t>Enter title here</a:t>
            </a:r>
            <a:endParaRPr lang="nb-NO" dirty="0"/>
          </a:p>
        </p:txBody>
      </p:sp>
      <p:pic>
        <p:nvPicPr>
          <p:cNvPr id="3" name="Picture 2">
            <a:extLst>
              <a:ext uri="{FF2B5EF4-FFF2-40B4-BE49-F238E27FC236}">
                <a16:creationId xmlns:a16="http://schemas.microsoft.com/office/drawing/2014/main" id="{BD869A1D-21E9-704E-6DE6-A2996BCBA617}"/>
              </a:ext>
            </a:extLst>
          </p:cNvPr>
          <p:cNvPicPr>
            <a:picLocks noChangeAspect="1"/>
          </p:cNvPicPr>
          <p:nvPr userDrawn="1"/>
        </p:nvPicPr>
        <p:blipFill>
          <a:blip r:embed="rId2"/>
          <a:srcRect/>
          <a:stretch/>
        </p:blipFill>
        <p:spPr>
          <a:xfrm>
            <a:off x="779248" y="-618584"/>
            <a:ext cx="11688722" cy="9506828"/>
          </a:xfrm>
          <a:prstGeom prst="rect">
            <a:avLst/>
          </a:prstGeom>
        </p:spPr>
      </p:pic>
      <p:pic>
        <p:nvPicPr>
          <p:cNvPr id="2" name="Picture 1">
            <a:extLst>
              <a:ext uri="{FF2B5EF4-FFF2-40B4-BE49-F238E27FC236}">
                <a16:creationId xmlns:a16="http://schemas.microsoft.com/office/drawing/2014/main" id="{D7F3C72B-D071-2B54-F22F-C02F5E97FCBD}"/>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16026841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ng statement light orange">
    <p:bg>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9377EC-5D9D-1434-B589-CD150BCA9555}"/>
              </a:ext>
            </a:extLst>
          </p:cNvPr>
          <p:cNvPicPr>
            <a:picLocks noChangeAspect="1"/>
          </p:cNvPicPr>
          <p:nvPr userDrawn="1"/>
        </p:nvPicPr>
        <p:blipFill>
          <a:blip r:embed="rId2"/>
          <a:srcRect/>
          <a:stretch/>
        </p:blipFill>
        <p:spPr>
          <a:xfrm>
            <a:off x="7243736" y="3729537"/>
            <a:ext cx="4286160" cy="3486077"/>
          </a:xfrm>
          <a:prstGeom prst="rect">
            <a:avLst/>
          </a:prstGeom>
        </p:spPr>
      </p:pic>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477660" y="2364379"/>
            <a:ext cx="9594595" cy="1944385"/>
          </a:xfrm>
        </p:spPr>
        <p:txBody>
          <a:bodyPr anchor="t" anchorCtr="0">
            <a:noAutofit/>
          </a:bodyPr>
          <a:lstStyle>
            <a:lvl1pPr algn="l">
              <a:defRPr sz="2800" b="0">
                <a:solidFill>
                  <a:schemeClr val="tx1"/>
                </a:solidFill>
              </a:defRPr>
            </a:lvl1pPr>
          </a:lstStyle>
          <a:p>
            <a:r>
              <a:rPr lang="en-GB" noProof="0" dirty="0"/>
              <a:t>Enter title here</a:t>
            </a:r>
            <a:endParaRPr lang="nb-NO" dirty="0"/>
          </a:p>
        </p:txBody>
      </p:sp>
      <p:sp>
        <p:nvSpPr>
          <p:cNvPr id="6" name="Text Placeholder 20">
            <a:extLst>
              <a:ext uri="{FF2B5EF4-FFF2-40B4-BE49-F238E27FC236}">
                <a16:creationId xmlns:a16="http://schemas.microsoft.com/office/drawing/2014/main" id="{7737056A-845D-EE56-CFBE-6899F25BAF98}"/>
              </a:ext>
            </a:extLst>
          </p:cNvPr>
          <p:cNvSpPr>
            <a:spLocks noGrp="1"/>
          </p:cNvSpPr>
          <p:nvPr>
            <p:ph type="body" idx="22" hasCustomPrompt="1"/>
          </p:nvPr>
        </p:nvSpPr>
        <p:spPr>
          <a:xfrm>
            <a:off x="477660" y="1385424"/>
            <a:ext cx="9594595" cy="600129"/>
          </a:xfrm>
        </p:spPr>
        <p:txBody>
          <a:bodyPr>
            <a:noAutofit/>
          </a:bodyPr>
          <a:lstStyle>
            <a:lvl1pPr marL="7938" indent="-7938">
              <a:lnSpc>
                <a:spcPct val="100000"/>
              </a:lnSpc>
              <a:buNone/>
              <a:tabLst/>
              <a:defRPr lang="en-GB" sz="3200" b="1" i="0" kern="1200" dirty="0">
                <a:solidFill>
                  <a:schemeClr val="tx1"/>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2" name="Picture 1">
            <a:extLst>
              <a:ext uri="{FF2B5EF4-FFF2-40B4-BE49-F238E27FC236}">
                <a16:creationId xmlns:a16="http://schemas.microsoft.com/office/drawing/2014/main" id="{EA77D4F5-FC59-D84F-F8AA-18965A64FA3B}"/>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14864337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ong statement dark orange">
    <p:bg>
      <p:bgPr>
        <a:solidFill>
          <a:schemeClr val="accent3"/>
        </a:solidFill>
        <a:effectLst/>
      </p:bgPr>
    </p:bg>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926105F6-8F13-A164-592E-FC60B8B31212}"/>
              </a:ext>
            </a:extLst>
          </p:cNvPr>
          <p:cNvSpPr>
            <a:spLocks noGrp="1"/>
          </p:cNvSpPr>
          <p:nvPr>
            <p:ph type="title" hasCustomPrompt="1"/>
          </p:nvPr>
        </p:nvSpPr>
        <p:spPr>
          <a:xfrm>
            <a:off x="477660" y="2364379"/>
            <a:ext cx="9594595" cy="1944385"/>
          </a:xfrm>
        </p:spPr>
        <p:txBody>
          <a:bodyPr anchor="t" anchorCtr="0">
            <a:noAutofit/>
          </a:bodyPr>
          <a:lstStyle>
            <a:lvl1pPr algn="l">
              <a:defRPr sz="2800" b="0">
                <a:solidFill>
                  <a:schemeClr val="tx1"/>
                </a:solidFill>
              </a:defRPr>
            </a:lvl1pPr>
          </a:lstStyle>
          <a:p>
            <a:r>
              <a:rPr lang="en-GB" noProof="0" dirty="0"/>
              <a:t>Enter title here</a:t>
            </a:r>
            <a:endParaRPr lang="nb-NO" dirty="0"/>
          </a:p>
        </p:txBody>
      </p:sp>
      <p:sp>
        <p:nvSpPr>
          <p:cNvPr id="5" name="Text Placeholder 20">
            <a:extLst>
              <a:ext uri="{FF2B5EF4-FFF2-40B4-BE49-F238E27FC236}">
                <a16:creationId xmlns:a16="http://schemas.microsoft.com/office/drawing/2014/main" id="{C6DE3BF9-2830-4F37-5688-A9477EB198B5}"/>
              </a:ext>
            </a:extLst>
          </p:cNvPr>
          <p:cNvSpPr>
            <a:spLocks noGrp="1"/>
          </p:cNvSpPr>
          <p:nvPr>
            <p:ph type="body" idx="22" hasCustomPrompt="1"/>
          </p:nvPr>
        </p:nvSpPr>
        <p:spPr>
          <a:xfrm>
            <a:off x="477660" y="1385424"/>
            <a:ext cx="9594595" cy="600129"/>
          </a:xfrm>
        </p:spPr>
        <p:txBody>
          <a:bodyPr>
            <a:noAutofit/>
          </a:bodyPr>
          <a:lstStyle>
            <a:lvl1pPr marL="7938" indent="-7938">
              <a:lnSpc>
                <a:spcPct val="100000"/>
              </a:lnSpc>
              <a:buNone/>
              <a:tabLst/>
              <a:defRPr lang="en-GB" sz="3200" b="1" i="0" kern="1200" dirty="0">
                <a:solidFill>
                  <a:schemeClr val="tx1"/>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3" name="Picture 2">
            <a:extLst>
              <a:ext uri="{FF2B5EF4-FFF2-40B4-BE49-F238E27FC236}">
                <a16:creationId xmlns:a16="http://schemas.microsoft.com/office/drawing/2014/main" id="{A9522628-1AB0-D64B-DF04-F6566C390EF9}"/>
              </a:ext>
            </a:extLst>
          </p:cNvPr>
          <p:cNvPicPr>
            <a:picLocks noChangeAspect="1"/>
          </p:cNvPicPr>
          <p:nvPr userDrawn="1"/>
        </p:nvPicPr>
        <p:blipFill>
          <a:blip r:embed="rId2"/>
          <a:srcRect/>
          <a:stretch/>
        </p:blipFill>
        <p:spPr>
          <a:xfrm>
            <a:off x="7243736" y="3729537"/>
            <a:ext cx="4286160" cy="3486077"/>
          </a:xfrm>
          <a:prstGeom prst="rect">
            <a:avLst/>
          </a:prstGeom>
        </p:spPr>
      </p:pic>
      <p:pic>
        <p:nvPicPr>
          <p:cNvPr id="2" name="Picture 1">
            <a:extLst>
              <a:ext uri="{FF2B5EF4-FFF2-40B4-BE49-F238E27FC236}">
                <a16:creationId xmlns:a16="http://schemas.microsoft.com/office/drawing/2014/main" id="{1BCFB8AD-EFBB-B1ED-2E09-31F5DB798BD0}"/>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442771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Long statement green">
    <p:bg>
      <p:bgPr>
        <a:solidFill>
          <a:schemeClr val="accent4"/>
        </a:solidFill>
        <a:effectLst/>
      </p:bgPr>
    </p:bg>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FC5F574-8731-A9F5-B50F-2D4293442616}"/>
              </a:ext>
            </a:extLst>
          </p:cNvPr>
          <p:cNvSpPr>
            <a:spLocks noGrp="1"/>
          </p:cNvSpPr>
          <p:nvPr>
            <p:ph type="title" hasCustomPrompt="1"/>
          </p:nvPr>
        </p:nvSpPr>
        <p:spPr>
          <a:xfrm>
            <a:off x="477660" y="2364379"/>
            <a:ext cx="9594595" cy="1944385"/>
          </a:xfrm>
        </p:spPr>
        <p:txBody>
          <a:bodyPr anchor="t" anchorCtr="0">
            <a:noAutofit/>
          </a:bodyPr>
          <a:lstStyle>
            <a:lvl1pPr algn="l">
              <a:defRPr sz="2800" b="0">
                <a:solidFill>
                  <a:schemeClr val="tx1"/>
                </a:solidFill>
              </a:defRPr>
            </a:lvl1pPr>
          </a:lstStyle>
          <a:p>
            <a:r>
              <a:rPr lang="en-GB" noProof="0" dirty="0"/>
              <a:t>Enter title here</a:t>
            </a:r>
            <a:endParaRPr lang="nb-NO" dirty="0"/>
          </a:p>
        </p:txBody>
      </p:sp>
      <p:sp>
        <p:nvSpPr>
          <p:cNvPr id="5" name="Text Placeholder 20">
            <a:extLst>
              <a:ext uri="{FF2B5EF4-FFF2-40B4-BE49-F238E27FC236}">
                <a16:creationId xmlns:a16="http://schemas.microsoft.com/office/drawing/2014/main" id="{46A7ABA8-1B06-35A5-36A0-CF61783D90EF}"/>
              </a:ext>
            </a:extLst>
          </p:cNvPr>
          <p:cNvSpPr>
            <a:spLocks noGrp="1"/>
          </p:cNvSpPr>
          <p:nvPr>
            <p:ph type="body" idx="22" hasCustomPrompt="1"/>
          </p:nvPr>
        </p:nvSpPr>
        <p:spPr>
          <a:xfrm>
            <a:off x="477660" y="1385424"/>
            <a:ext cx="9594595" cy="600129"/>
          </a:xfrm>
        </p:spPr>
        <p:txBody>
          <a:bodyPr>
            <a:noAutofit/>
          </a:bodyPr>
          <a:lstStyle>
            <a:lvl1pPr marL="7938" indent="-7938">
              <a:lnSpc>
                <a:spcPct val="100000"/>
              </a:lnSpc>
              <a:buNone/>
              <a:tabLst/>
              <a:defRPr lang="en-GB" sz="3200" b="1" i="0" kern="1200" dirty="0">
                <a:solidFill>
                  <a:schemeClr val="tx1"/>
                </a:solidFill>
                <a:latin typeface="Montserrat" pitchFamily="2" charset="77"/>
                <a:ea typeface="Palatino" pitchFamily="2" charset="77"/>
                <a:cs typeface="Arial" panose="020B0604020202020204" pitchFamily="34" charset="0"/>
              </a:defRPr>
            </a:lvl1pPr>
          </a:lstStyle>
          <a:p>
            <a:r>
              <a:rPr lang="en-GB" dirty="0"/>
              <a:t>Click to add text</a:t>
            </a:r>
          </a:p>
        </p:txBody>
      </p:sp>
      <p:pic>
        <p:nvPicPr>
          <p:cNvPr id="3" name="Picture 2">
            <a:extLst>
              <a:ext uri="{FF2B5EF4-FFF2-40B4-BE49-F238E27FC236}">
                <a16:creationId xmlns:a16="http://schemas.microsoft.com/office/drawing/2014/main" id="{9D9B10DD-ED50-7758-A492-3874BFF4C86D}"/>
              </a:ext>
            </a:extLst>
          </p:cNvPr>
          <p:cNvPicPr>
            <a:picLocks noChangeAspect="1"/>
          </p:cNvPicPr>
          <p:nvPr userDrawn="1"/>
        </p:nvPicPr>
        <p:blipFill>
          <a:blip r:embed="rId2"/>
          <a:srcRect/>
          <a:stretch/>
        </p:blipFill>
        <p:spPr>
          <a:xfrm>
            <a:off x="7243736" y="3729537"/>
            <a:ext cx="4286160" cy="3486077"/>
          </a:xfrm>
          <a:prstGeom prst="rect">
            <a:avLst/>
          </a:prstGeom>
        </p:spPr>
      </p:pic>
      <p:pic>
        <p:nvPicPr>
          <p:cNvPr id="2" name="Picture 1">
            <a:extLst>
              <a:ext uri="{FF2B5EF4-FFF2-40B4-BE49-F238E27FC236}">
                <a16:creationId xmlns:a16="http://schemas.microsoft.com/office/drawing/2014/main" id="{C320DEFD-6C38-F25D-0FE9-C81F476E6172}"/>
              </a:ext>
            </a:extLst>
          </p:cNvPr>
          <p:cNvPicPr>
            <a:picLocks noChangeAspect="1"/>
          </p:cNvPicPr>
          <p:nvPr userDrawn="1"/>
        </p:nvPicPr>
        <p:blipFill>
          <a:blip r:embed="rId3"/>
          <a:srcRect/>
          <a:stretch/>
        </p:blipFill>
        <p:spPr>
          <a:xfrm>
            <a:off x="11032434" y="88518"/>
            <a:ext cx="1040296" cy="427467"/>
          </a:xfrm>
          <a:prstGeom prst="rect">
            <a:avLst/>
          </a:prstGeom>
        </p:spPr>
      </p:pic>
    </p:spTree>
    <p:extLst>
      <p:ext uri="{BB962C8B-B14F-4D97-AF65-F5344CB8AC3E}">
        <p14:creationId xmlns:p14="http://schemas.microsoft.com/office/powerpoint/2010/main" val="28018867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and image red">
    <p:bg>
      <p:bgPr>
        <a:solidFill>
          <a:schemeClr val="tx2"/>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479DE98-C827-9B3A-6A57-7B4774116110}"/>
              </a:ext>
            </a:extLst>
          </p:cNvPr>
          <p:cNvSpPr>
            <a:spLocks noGrp="1"/>
          </p:cNvSpPr>
          <p:nvPr>
            <p:ph type="pic" sz="quarter" idx="10"/>
          </p:nvPr>
        </p:nvSpPr>
        <p:spPr>
          <a:xfrm>
            <a:off x="1" y="3848826"/>
            <a:ext cx="12192000" cy="3009173"/>
          </a:xfrm>
        </p:spPr>
        <p:txBody>
          <a:bodyPr/>
          <a:lstStyle/>
          <a:p>
            <a:r>
              <a:rPr lang="en-US"/>
              <a:t>Click icon to add picture</a:t>
            </a:r>
            <a:endParaRPr lang="en-US" dirty="0"/>
          </a:p>
        </p:txBody>
      </p:sp>
      <p:sp>
        <p:nvSpPr>
          <p:cNvPr id="5" name="Plassholder for innhold 2">
            <a:extLst>
              <a:ext uri="{FF2B5EF4-FFF2-40B4-BE49-F238E27FC236}">
                <a16:creationId xmlns:a16="http://schemas.microsoft.com/office/drawing/2014/main" id="{FA535758-FF18-0436-D2A1-331A412E2089}"/>
              </a:ext>
            </a:extLst>
          </p:cNvPr>
          <p:cNvSpPr>
            <a:spLocks noGrp="1"/>
          </p:cNvSpPr>
          <p:nvPr>
            <p:ph idx="11"/>
          </p:nvPr>
        </p:nvSpPr>
        <p:spPr>
          <a:xfrm>
            <a:off x="479426" y="441901"/>
            <a:ext cx="11231384" cy="2217514"/>
          </a:xfrm>
        </p:spPr>
        <p:txBody>
          <a:bodyPr>
            <a:normAutofit/>
          </a:bodyPr>
          <a:lstStyle>
            <a:lvl1pPr marL="0" indent="0">
              <a:lnSpc>
                <a:spcPct val="100000"/>
              </a:lnSpc>
              <a:buNone/>
              <a:defRPr sz="2800" b="0" i="1">
                <a:solidFill>
                  <a:schemeClr val="bg1"/>
                </a:solidFill>
                <a:latin typeface="Montserrat" pitchFamily="2" charset="77"/>
              </a:defRPr>
            </a:lvl1pPr>
            <a:lvl2pPr marL="742950" indent="-285750">
              <a:lnSpc>
                <a:spcPct val="100000"/>
              </a:lnSpc>
              <a:buFont typeface="Arial" panose="020B0604020202020204" pitchFamily="34" charset="0"/>
              <a:buChar char="•"/>
              <a:defRPr sz="4400" b="1">
                <a:solidFill>
                  <a:schemeClr val="bg1"/>
                </a:solidFill>
                <a:latin typeface="Montserrat" pitchFamily="2" charset="77"/>
              </a:defRPr>
            </a:lvl2pPr>
            <a:lvl3pPr>
              <a:lnSpc>
                <a:spcPct val="100000"/>
              </a:lnSpc>
              <a:defRPr sz="4000" b="1">
                <a:solidFill>
                  <a:schemeClr val="bg1"/>
                </a:solidFill>
                <a:latin typeface="Montserrat" pitchFamily="2" charset="77"/>
              </a:defRPr>
            </a:lvl3pPr>
            <a:lvl4pPr>
              <a:lnSpc>
                <a:spcPct val="100000"/>
              </a:lnSpc>
              <a:defRPr sz="3600" b="1">
                <a:solidFill>
                  <a:schemeClr val="bg1"/>
                </a:solidFill>
                <a:latin typeface="Montserrat" pitchFamily="2" charset="77"/>
              </a:defRPr>
            </a:lvl4pPr>
            <a:lvl5pPr>
              <a:lnSpc>
                <a:spcPct val="100000"/>
              </a:lnSpc>
              <a:defRPr sz="3200" b="1">
                <a:solidFill>
                  <a:schemeClr val="bg1"/>
                </a:solidFill>
                <a:latin typeface="Montserrat" pitchFamily="2" charset="77"/>
              </a:defRPr>
            </a:lvl5pPr>
          </a:lstStyle>
          <a:p>
            <a:pPr lvl="0"/>
            <a:r>
              <a:rPr lang="en-US"/>
              <a:t>Click to edit Master text styles</a:t>
            </a:r>
          </a:p>
        </p:txBody>
      </p:sp>
      <p:sp>
        <p:nvSpPr>
          <p:cNvPr id="9" name="Plassholder for tekst 2">
            <a:extLst>
              <a:ext uri="{FF2B5EF4-FFF2-40B4-BE49-F238E27FC236}">
                <a16:creationId xmlns:a16="http://schemas.microsoft.com/office/drawing/2014/main" id="{D8056D66-434A-BDDA-6601-4302AF98EBE2}"/>
              </a:ext>
            </a:extLst>
          </p:cNvPr>
          <p:cNvSpPr>
            <a:spLocks noGrp="1"/>
          </p:cNvSpPr>
          <p:nvPr>
            <p:ph type="body" idx="1" hasCustomPrompt="1"/>
          </p:nvPr>
        </p:nvSpPr>
        <p:spPr>
          <a:xfrm>
            <a:off x="479426" y="3056664"/>
            <a:ext cx="6396392" cy="394913"/>
          </a:xfrm>
        </p:spPr>
        <p:txBody>
          <a:bodyPr anchor="ctr" anchorCtr="0">
            <a:normAutofit/>
          </a:bodyPr>
          <a:lstStyle>
            <a:lvl1pPr marL="0" indent="0" algn="l">
              <a:buNone/>
              <a:defRPr sz="2000" b="1" cap="all" baseline="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pic>
        <p:nvPicPr>
          <p:cNvPr id="3" name="Picture 2">
            <a:extLst>
              <a:ext uri="{FF2B5EF4-FFF2-40B4-BE49-F238E27FC236}">
                <a16:creationId xmlns:a16="http://schemas.microsoft.com/office/drawing/2014/main" id="{E51E3784-64A4-B41C-6A9E-D24FDF6F53DA}"/>
              </a:ext>
            </a:extLst>
          </p:cNvPr>
          <p:cNvPicPr>
            <a:picLocks noChangeAspect="1"/>
          </p:cNvPicPr>
          <p:nvPr userDrawn="1"/>
        </p:nvPicPr>
        <p:blipFill>
          <a:blip r:embed="rId2"/>
          <a:srcRect/>
          <a:stretch/>
        </p:blipFill>
        <p:spPr>
          <a:xfrm>
            <a:off x="11032434" y="88518"/>
            <a:ext cx="1040296" cy="427467"/>
          </a:xfrm>
          <a:prstGeom prst="rect">
            <a:avLst/>
          </a:prstGeom>
        </p:spPr>
      </p:pic>
    </p:spTree>
    <p:extLst>
      <p:ext uri="{BB962C8B-B14F-4D97-AF65-F5344CB8AC3E}">
        <p14:creationId xmlns:p14="http://schemas.microsoft.com/office/powerpoint/2010/main" val="1326404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22A3C0-8F25-61B3-37B2-0A5009FC6098}"/>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tel 1">
            <a:extLst>
              <a:ext uri="{FF2B5EF4-FFF2-40B4-BE49-F238E27FC236}">
                <a16:creationId xmlns:a16="http://schemas.microsoft.com/office/drawing/2014/main" id="{3803F35B-8B96-5B22-0816-0983B32899FC}"/>
              </a:ext>
            </a:extLst>
          </p:cNvPr>
          <p:cNvSpPr>
            <a:spLocks noGrp="1"/>
          </p:cNvSpPr>
          <p:nvPr>
            <p:ph type="title" hasCustomPrompt="1"/>
          </p:nvPr>
        </p:nvSpPr>
        <p:spPr>
          <a:xfrm>
            <a:off x="465138" y="1664523"/>
            <a:ext cx="8332498" cy="1588127"/>
          </a:xfrm>
        </p:spPr>
        <p:txBody>
          <a:bodyPr anchor="ctr" anchorCtr="0">
            <a:noAutofit/>
          </a:bodyPr>
          <a:lstStyle>
            <a:lvl1pPr algn="l">
              <a:defRPr sz="6000">
                <a:solidFill>
                  <a:schemeClr val="bg1"/>
                </a:solidFill>
              </a:defRPr>
            </a:lvl1pPr>
          </a:lstStyle>
          <a:p>
            <a:r>
              <a:rPr lang="en-GB" noProof="0" dirty="0"/>
              <a:t>Enter title here</a:t>
            </a:r>
            <a:endParaRPr lang="nb-NO" dirty="0"/>
          </a:p>
        </p:txBody>
      </p:sp>
      <p:sp>
        <p:nvSpPr>
          <p:cNvPr id="6" name="TextBox 5">
            <a:extLst>
              <a:ext uri="{FF2B5EF4-FFF2-40B4-BE49-F238E27FC236}">
                <a16:creationId xmlns:a16="http://schemas.microsoft.com/office/drawing/2014/main" id="{72B9AE85-AD10-01DF-CFF2-D7B3F562E085}"/>
              </a:ext>
            </a:extLst>
          </p:cNvPr>
          <p:cNvSpPr txBox="1"/>
          <p:nvPr userDrawn="1"/>
        </p:nvSpPr>
        <p:spPr>
          <a:xfrm>
            <a:off x="497495" y="4207668"/>
            <a:ext cx="2488366" cy="861774"/>
          </a:xfrm>
          <a:prstGeom prst="rect">
            <a:avLst/>
          </a:prstGeom>
          <a:noFill/>
        </p:spPr>
        <p:txBody>
          <a:bodyPr wrap="square" rtlCol="0">
            <a:spAutoFit/>
          </a:bodyPr>
          <a:lstStyle/>
          <a:p>
            <a:r>
              <a:rPr lang="en-GB" sz="1000" dirty="0">
                <a:solidFill>
                  <a:schemeClr val="bg1"/>
                </a:solidFill>
                <a:effectLst/>
                <a:latin typeface="Montserrat Medium" pitchFamily="2" charset="77"/>
                <a:cs typeface="Arial" panose="020B0604020202020204" pitchFamily="34" charset="0"/>
              </a:rPr>
              <a:t>Rue Varembé 7</a:t>
            </a:r>
            <a:br>
              <a:rPr lang="en-GB" sz="1000" dirty="0">
                <a:solidFill>
                  <a:schemeClr val="bg1"/>
                </a:solidFill>
                <a:latin typeface="Montserrat Medium" pitchFamily="2" charset="77"/>
                <a:cs typeface="Arial" panose="020B0604020202020204" pitchFamily="34" charset="0"/>
              </a:rPr>
            </a:br>
            <a:r>
              <a:rPr lang="en-GB" sz="1000" dirty="0">
                <a:solidFill>
                  <a:schemeClr val="bg1"/>
                </a:solidFill>
                <a:effectLst/>
                <a:latin typeface="Montserrat Medium" pitchFamily="2" charset="77"/>
                <a:cs typeface="Arial" panose="020B0604020202020204" pitchFamily="34" charset="0"/>
              </a:rPr>
              <a:t>1202 Geneva, </a:t>
            </a:r>
            <a:br>
              <a:rPr lang="en-GB" sz="1000" dirty="0">
                <a:solidFill>
                  <a:schemeClr val="bg1"/>
                </a:solidFill>
                <a:effectLst/>
                <a:latin typeface="Montserrat Medium" pitchFamily="2" charset="77"/>
                <a:cs typeface="Arial" panose="020B0604020202020204" pitchFamily="34" charset="0"/>
              </a:rPr>
            </a:br>
            <a:r>
              <a:rPr lang="en-GB" sz="1000" dirty="0">
                <a:solidFill>
                  <a:schemeClr val="bg1"/>
                </a:solidFill>
                <a:effectLst/>
                <a:latin typeface="Montserrat Medium" pitchFamily="2" charset="77"/>
                <a:cs typeface="Arial" panose="020B0604020202020204" pitchFamily="34" charset="0"/>
              </a:rPr>
              <a:t>Switzerland</a:t>
            </a:r>
            <a:br>
              <a:rPr lang="en-GB" sz="1000" dirty="0">
                <a:solidFill>
                  <a:schemeClr val="bg1"/>
                </a:solidFill>
                <a:latin typeface="Montserrat Medium" pitchFamily="2" charset="77"/>
                <a:cs typeface="Arial" panose="020B0604020202020204" pitchFamily="34" charset="0"/>
              </a:rPr>
            </a:br>
            <a:r>
              <a:rPr lang="en-GB" sz="1000" dirty="0">
                <a:solidFill>
                  <a:schemeClr val="bg1"/>
                </a:solidFill>
                <a:effectLst/>
                <a:latin typeface="Montserrat Medium" pitchFamily="2" charset="77"/>
                <a:cs typeface="Arial" panose="020B0604020202020204" pitchFamily="34" charset="0"/>
              </a:rPr>
              <a:t>Mailing address:</a:t>
            </a:r>
            <a:br>
              <a:rPr lang="en-GB" sz="1000" dirty="0">
                <a:solidFill>
                  <a:schemeClr val="bg1"/>
                </a:solidFill>
                <a:latin typeface="Montserrat Medium" pitchFamily="2" charset="77"/>
                <a:cs typeface="Arial" panose="020B0604020202020204" pitchFamily="34" charset="0"/>
              </a:rPr>
            </a:br>
            <a:r>
              <a:rPr lang="en-GB" sz="1000" dirty="0">
                <a:solidFill>
                  <a:schemeClr val="bg1"/>
                </a:solidFill>
                <a:effectLst/>
                <a:latin typeface="Montserrat Medium" pitchFamily="2" charset="77"/>
                <a:cs typeface="Arial" panose="020B0604020202020204" pitchFamily="34" charset="0"/>
              </a:rPr>
              <a:t>PO box 55, </a:t>
            </a:r>
            <a:r>
              <a:rPr lang="en-GB" sz="1000">
                <a:solidFill>
                  <a:schemeClr val="bg1"/>
                </a:solidFill>
                <a:effectLst/>
                <a:latin typeface="Montserrat Medium" pitchFamily="2" charset="77"/>
                <a:cs typeface="Arial" panose="020B0604020202020204" pitchFamily="34" charset="0"/>
              </a:rPr>
              <a:t>1211 Geneva </a:t>
            </a:r>
            <a:r>
              <a:rPr lang="en-GB" sz="1000" dirty="0">
                <a:solidFill>
                  <a:schemeClr val="bg1"/>
                </a:solidFill>
                <a:effectLst/>
                <a:latin typeface="Montserrat Medium" pitchFamily="2" charset="77"/>
                <a:cs typeface="Arial" panose="020B0604020202020204" pitchFamily="34" charset="0"/>
              </a:rPr>
              <a:t>20</a:t>
            </a:r>
            <a:endParaRPr lang="en-GB" sz="1000" dirty="0">
              <a:solidFill>
                <a:schemeClr val="bg1"/>
              </a:solidFill>
              <a:latin typeface="Montserrat Medium" pitchFamily="2" charset="77"/>
              <a:cs typeface="Arial" panose="020B0604020202020204" pitchFamily="34" charset="0"/>
            </a:endParaRPr>
          </a:p>
        </p:txBody>
      </p:sp>
      <p:sp>
        <p:nvSpPr>
          <p:cNvPr id="7" name="TextBox 6">
            <a:extLst>
              <a:ext uri="{FF2B5EF4-FFF2-40B4-BE49-F238E27FC236}">
                <a16:creationId xmlns:a16="http://schemas.microsoft.com/office/drawing/2014/main" id="{DC216DFA-241A-7805-E3BE-C565FCE12F00}"/>
              </a:ext>
            </a:extLst>
          </p:cNvPr>
          <p:cNvSpPr txBox="1"/>
          <p:nvPr userDrawn="1"/>
        </p:nvSpPr>
        <p:spPr>
          <a:xfrm>
            <a:off x="497495" y="5266614"/>
            <a:ext cx="355315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latin typeface="Montserrat Medium" pitchFamily="2" charset="77"/>
                <a:cs typeface="Arial" panose="020B0604020202020204" pitchFamily="34" charset="0"/>
              </a:rPr>
              <a:t>Website: </a:t>
            </a:r>
            <a:r>
              <a:rPr lang="en-US" sz="1000" noProof="0" dirty="0">
                <a:solidFill>
                  <a:schemeClr val="bg1"/>
                </a:solidFill>
                <a:latin typeface="Montserrat Medium" pitchFamily="2" charset="77"/>
                <a:cs typeface="Arial" panose="020B0604020202020204" pitchFamily="34" charset="0"/>
                <a:hlinkClick r:id="rId2">
                  <a:extLst>
                    <a:ext uri="{A12FA001-AC4F-418D-AE19-62706E023703}">
                      <ahyp:hlinkClr xmlns:ahyp="http://schemas.microsoft.com/office/drawing/2018/hyperlinkcolor" val="tx"/>
                    </a:ext>
                  </a:extLst>
                </a:hlinkClick>
              </a:rPr>
              <a:t>w</a:t>
            </a:r>
            <a:r>
              <a:rPr lang="en-GB" sz="1000" noProof="0" dirty="0">
                <a:solidFill>
                  <a:schemeClr val="bg1"/>
                </a:solidFill>
                <a:latin typeface="Montserrat Medium" pitchFamily="2" charset="77"/>
                <a:cs typeface="Arial" panose="020B0604020202020204" pitchFamily="34" charset="0"/>
                <a:hlinkClick r:id="rId2">
                  <a:extLst>
                    <a:ext uri="{A12FA001-AC4F-418D-AE19-62706E023703}">
                      <ahyp:hlinkClr xmlns:ahyp="http://schemas.microsoft.com/office/drawing/2018/hyperlinkcolor" val="tx"/>
                    </a:ext>
                  </a:extLst>
                </a:hlinkClick>
              </a:rPr>
              <a:t>ww.gainhealth.org</a:t>
            </a:r>
            <a:r>
              <a:rPr lang="en-GB" sz="1000" noProof="0" dirty="0">
                <a:solidFill>
                  <a:schemeClr val="bg1"/>
                </a:solidFill>
                <a:latin typeface="Montserrat Medium" pitchFamily="2" charset="77"/>
                <a:cs typeface="Arial" panose="020B0604020202020204" pitchFamily="34" charset="0"/>
              </a:rPr>
              <a:t> </a:t>
            </a:r>
            <a:br>
              <a:rPr lang="en-GB" sz="1000" dirty="0">
                <a:solidFill>
                  <a:schemeClr val="bg1"/>
                </a:solidFill>
                <a:latin typeface="Montserrat Medium" pitchFamily="2" charset="77"/>
                <a:cs typeface="Arial" panose="020B0604020202020204" pitchFamily="34" charset="0"/>
              </a:rPr>
            </a:br>
            <a:r>
              <a:rPr lang="en-GB" sz="1000" dirty="0">
                <a:solidFill>
                  <a:schemeClr val="bg1"/>
                </a:solidFill>
                <a:latin typeface="Montserrat Medium" pitchFamily="2" charset="77"/>
                <a:cs typeface="Arial" panose="020B0604020202020204" pitchFamily="34" charset="0"/>
              </a:rPr>
              <a:t>Email: </a:t>
            </a:r>
            <a:r>
              <a:rPr lang="en-GB" sz="1000" noProof="0" dirty="0">
                <a:solidFill>
                  <a:schemeClr val="bg1"/>
                </a:solidFill>
                <a:latin typeface="Montserrat Medium" pitchFamily="2" charset="77"/>
                <a:cs typeface="Arial" panose="020B0604020202020204" pitchFamily="34" charset="0"/>
                <a:hlinkClick r:id="rId3">
                  <a:extLst>
                    <a:ext uri="{A12FA001-AC4F-418D-AE19-62706E023703}">
                      <ahyp:hlinkClr xmlns:ahyp="http://schemas.microsoft.com/office/drawing/2018/hyperlinkcolor" val="tx"/>
                    </a:ext>
                  </a:extLst>
                </a:hlinkClick>
              </a:rPr>
              <a:t>info@gainhealth.org</a:t>
            </a:r>
            <a:endParaRPr lang="en-GB" sz="1000" noProof="0" dirty="0">
              <a:solidFill>
                <a:schemeClr val="bg1"/>
              </a:solidFill>
              <a:latin typeface="Montserrat Medium" pitchFamily="2" charset="77"/>
              <a:cs typeface="Arial" panose="020B0604020202020204" pitchFamily="34" charset="0"/>
            </a:endParaRPr>
          </a:p>
          <a:p>
            <a:pPr>
              <a:lnSpc>
                <a:spcPct val="150000"/>
              </a:lnSpc>
            </a:pPr>
            <a:r>
              <a:rPr lang="en-GB" sz="1000" dirty="0">
                <a:solidFill>
                  <a:schemeClr val="bg1"/>
                </a:solidFill>
                <a:latin typeface="Montserrat Medium" pitchFamily="2" charset="77"/>
                <a:cs typeface="Arial" panose="020B0604020202020204" pitchFamily="34" charset="0"/>
              </a:rPr>
              <a:t>     @GAINAlliance</a:t>
            </a:r>
          </a:p>
          <a:p>
            <a:pPr>
              <a:lnSpc>
                <a:spcPct val="150000"/>
              </a:lnSpc>
            </a:pPr>
            <a:r>
              <a:rPr lang="en-GB" sz="1000" dirty="0">
                <a:solidFill>
                  <a:schemeClr val="bg1"/>
                </a:solidFill>
                <a:latin typeface="Montserrat Medium" pitchFamily="2" charset="77"/>
                <a:cs typeface="Arial" panose="020B0604020202020204" pitchFamily="34" charset="0"/>
              </a:rPr>
              <a:t>     Global Alliance for Improved Nutrition</a:t>
            </a:r>
          </a:p>
          <a:p>
            <a:endParaRPr lang="en-GB" sz="1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AE897086-BD65-AB94-1E4B-89C83B02A080}"/>
              </a:ext>
            </a:extLst>
          </p:cNvPr>
          <p:cNvPicPr>
            <a:picLocks noChangeAspect="1"/>
          </p:cNvPicPr>
          <p:nvPr userDrawn="1"/>
        </p:nvPicPr>
        <p:blipFill>
          <a:blip r:embed="rId4">
            <a:lum bright="100000" contrast="-70000"/>
          </a:blip>
          <a:stretch>
            <a:fillRect/>
          </a:stretch>
        </p:blipFill>
        <p:spPr>
          <a:xfrm>
            <a:off x="586725" y="5691343"/>
            <a:ext cx="119286" cy="115134"/>
          </a:xfrm>
          <a:prstGeom prst="rect">
            <a:avLst/>
          </a:prstGeom>
        </p:spPr>
      </p:pic>
      <p:pic>
        <p:nvPicPr>
          <p:cNvPr id="10" name="Picture 9">
            <a:extLst>
              <a:ext uri="{FF2B5EF4-FFF2-40B4-BE49-F238E27FC236}">
                <a16:creationId xmlns:a16="http://schemas.microsoft.com/office/drawing/2014/main" id="{8EDF3761-2CD7-103D-5D65-251E9CC14BA2}"/>
              </a:ext>
            </a:extLst>
          </p:cNvPr>
          <p:cNvPicPr>
            <a:picLocks noChangeAspect="1"/>
          </p:cNvPicPr>
          <p:nvPr userDrawn="1"/>
        </p:nvPicPr>
        <p:blipFill>
          <a:blip r:embed="rId5">
            <a:lum bright="100000" contrast="-70000"/>
          </a:blip>
          <a:stretch>
            <a:fillRect/>
          </a:stretch>
        </p:blipFill>
        <p:spPr>
          <a:xfrm>
            <a:off x="601679" y="5888027"/>
            <a:ext cx="76638" cy="156953"/>
          </a:xfrm>
          <a:prstGeom prst="rect">
            <a:avLst/>
          </a:prstGeom>
        </p:spPr>
      </p:pic>
      <p:pic>
        <p:nvPicPr>
          <p:cNvPr id="2" name="Picture 1">
            <a:extLst>
              <a:ext uri="{FF2B5EF4-FFF2-40B4-BE49-F238E27FC236}">
                <a16:creationId xmlns:a16="http://schemas.microsoft.com/office/drawing/2014/main" id="{4C316E65-4DA2-CED0-E998-B37F6AD4459C}"/>
              </a:ext>
            </a:extLst>
          </p:cNvPr>
          <p:cNvPicPr>
            <a:picLocks noChangeAspect="1"/>
          </p:cNvPicPr>
          <p:nvPr userDrawn="1"/>
        </p:nvPicPr>
        <p:blipFill>
          <a:blip r:embed="rId6"/>
          <a:srcRect/>
          <a:stretch/>
        </p:blipFill>
        <p:spPr>
          <a:xfrm>
            <a:off x="3408425" y="2214137"/>
            <a:ext cx="8419854" cy="6848148"/>
          </a:xfrm>
          <a:prstGeom prst="rect">
            <a:avLst/>
          </a:prstGeom>
        </p:spPr>
      </p:pic>
      <p:pic>
        <p:nvPicPr>
          <p:cNvPr id="4" name="Picture 3">
            <a:extLst>
              <a:ext uri="{FF2B5EF4-FFF2-40B4-BE49-F238E27FC236}">
                <a16:creationId xmlns:a16="http://schemas.microsoft.com/office/drawing/2014/main" id="{C9EEB115-4639-399E-788F-01E65365CDAF}"/>
              </a:ext>
            </a:extLst>
          </p:cNvPr>
          <p:cNvPicPr>
            <a:picLocks noChangeAspect="1"/>
          </p:cNvPicPr>
          <p:nvPr userDrawn="1"/>
        </p:nvPicPr>
        <p:blipFill>
          <a:blip r:embed="rId7"/>
          <a:srcRect/>
          <a:stretch/>
        </p:blipFill>
        <p:spPr>
          <a:xfrm>
            <a:off x="11032434" y="236207"/>
            <a:ext cx="1040296" cy="427467"/>
          </a:xfrm>
          <a:prstGeom prst="rect">
            <a:avLst/>
          </a:prstGeom>
        </p:spPr>
      </p:pic>
    </p:spTree>
    <p:extLst>
      <p:ext uri="{BB962C8B-B14F-4D97-AF65-F5344CB8AC3E}">
        <p14:creationId xmlns:p14="http://schemas.microsoft.com/office/powerpoint/2010/main" val="32301523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age">
    <p:spTree>
      <p:nvGrpSpPr>
        <p:cNvPr id="1" name=""/>
        <p:cNvGrpSpPr/>
        <p:nvPr/>
      </p:nvGrpSpPr>
      <p:grpSpPr>
        <a:xfrm>
          <a:off x="0" y="0"/>
          <a:ext cx="0" cy="0"/>
          <a:chOff x="0" y="0"/>
          <a:chExt cx="0" cy="0"/>
        </a:xfrm>
      </p:grpSpPr>
      <p:pic>
        <p:nvPicPr>
          <p:cNvPr id="2" name="Picture 1" descr="A logo with red text&#10;&#10;Description automatically generated">
            <a:extLst>
              <a:ext uri="{FF2B5EF4-FFF2-40B4-BE49-F238E27FC236}">
                <a16:creationId xmlns:a16="http://schemas.microsoft.com/office/drawing/2014/main" id="{4FC54AB8-C687-AFC9-6FFC-0437B7D02383}"/>
              </a:ext>
            </a:extLst>
          </p:cNvPr>
          <p:cNvPicPr>
            <a:picLocks noChangeAspect="1"/>
          </p:cNvPicPr>
          <p:nvPr userDrawn="1"/>
        </p:nvPicPr>
        <p:blipFill>
          <a:blip r:embed="rId2"/>
          <a:stretch>
            <a:fillRect/>
          </a:stretch>
        </p:blipFill>
        <p:spPr>
          <a:xfrm>
            <a:off x="10889974" y="118209"/>
            <a:ext cx="1182757" cy="489203"/>
          </a:xfrm>
          <a:prstGeom prst="rect">
            <a:avLst/>
          </a:prstGeom>
        </p:spPr>
      </p:pic>
    </p:spTree>
    <p:extLst>
      <p:ext uri="{BB962C8B-B14F-4D97-AF65-F5344CB8AC3E}">
        <p14:creationId xmlns:p14="http://schemas.microsoft.com/office/powerpoint/2010/main" val="3336320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9E4BF29E-9D4F-6C49-9560-BA5BED92E6CA}"/>
              </a:ext>
            </a:extLst>
          </p:cNvPr>
          <p:cNvSpPr>
            <a:spLocks noGrp="1"/>
          </p:cNvSpPr>
          <p:nvPr>
            <p:ph type="title"/>
          </p:nvPr>
        </p:nvSpPr>
        <p:spPr>
          <a:xfrm>
            <a:off x="479425" y="504671"/>
            <a:ext cx="11233150" cy="772859"/>
          </a:xfrm>
          <a:prstGeom prst="rect">
            <a:avLst/>
          </a:prstGeom>
        </p:spPr>
        <p:txBody>
          <a:bodyPr vert="horz" lIns="0" tIns="0" rIns="0" bIns="0" rtlCol="0" anchor="t" anchorCtr="0">
            <a:noAutofit/>
          </a:bodyPr>
          <a:lstStyle/>
          <a:p>
            <a:r>
              <a:rPr lang="en-GB" noProof="0" dirty="0"/>
              <a:t>Click to edit title style</a:t>
            </a:r>
          </a:p>
        </p:txBody>
      </p:sp>
      <p:sp>
        <p:nvSpPr>
          <p:cNvPr id="3" name="Plassholder for tekst 2">
            <a:extLst>
              <a:ext uri="{FF2B5EF4-FFF2-40B4-BE49-F238E27FC236}">
                <a16:creationId xmlns:a16="http://schemas.microsoft.com/office/drawing/2014/main" id="{86C2AF76-7D2D-0148-A122-F585FAEC5812}"/>
              </a:ext>
            </a:extLst>
          </p:cNvPr>
          <p:cNvSpPr>
            <a:spLocks noGrp="1"/>
          </p:cNvSpPr>
          <p:nvPr>
            <p:ph type="body" idx="1"/>
          </p:nvPr>
        </p:nvSpPr>
        <p:spPr>
          <a:xfrm>
            <a:off x="479425" y="1561251"/>
            <a:ext cx="11233150" cy="4542356"/>
          </a:xfrm>
          <a:prstGeom prst="rect">
            <a:avLst/>
          </a:prstGeom>
        </p:spPr>
        <p:txBody>
          <a:bodyPr vert="horz" lIns="0" tIns="0" rIns="0" bIns="0" rtlCol="0">
            <a:normAutofit/>
          </a:bodyPr>
          <a:lstStyle/>
          <a:p>
            <a:pPr lvl="0"/>
            <a:r>
              <a:rPr lang="en-GB" dirty="0"/>
              <a:t>Click to edit Master text styles</a:t>
            </a:r>
          </a:p>
        </p:txBody>
      </p:sp>
    </p:spTree>
    <p:extLst>
      <p:ext uri="{BB962C8B-B14F-4D97-AF65-F5344CB8AC3E}">
        <p14:creationId xmlns:p14="http://schemas.microsoft.com/office/powerpoint/2010/main" val="1659082750"/>
      </p:ext>
    </p:extLst>
  </p:cSld>
  <p:clrMap bg1="lt1" tx1="dk1" bg2="lt2" tx2="dk2" accent1="accent1" accent2="accent2" accent3="accent3" accent4="accent4" accent5="accent5" accent6="accent6" hlink="hlink" folHlink="folHlink"/>
  <p:sldLayoutIdLst>
    <p:sldLayoutId id="2147483954" r:id="rId1"/>
    <p:sldLayoutId id="2147484014" r:id="rId2"/>
    <p:sldLayoutId id="2147484007" r:id="rId3"/>
    <p:sldLayoutId id="2147484015" r:id="rId4"/>
    <p:sldLayoutId id="2147484017" r:id="rId5"/>
    <p:sldLayoutId id="2147484016" r:id="rId6"/>
    <p:sldLayoutId id="2147484057" r:id="rId7"/>
    <p:sldLayoutId id="2147484058" r:id="rId8"/>
    <p:sldLayoutId id="2147484018" r:id="rId9"/>
    <p:sldLayoutId id="2147484019" r:id="rId10"/>
    <p:sldLayoutId id="2147484048" r:id="rId11"/>
    <p:sldLayoutId id="2147484049" r:id="rId12"/>
    <p:sldLayoutId id="2147484055" r:id="rId13"/>
    <p:sldLayoutId id="2147484056" r:id="rId14"/>
    <p:sldLayoutId id="2147484021" r:id="rId15"/>
    <p:sldLayoutId id="2147484061" r:id="rId16"/>
    <p:sldLayoutId id="2147484060" r:id="rId17"/>
    <p:sldLayoutId id="2147484059" r:id="rId18"/>
    <p:sldLayoutId id="2147484022" r:id="rId19"/>
    <p:sldLayoutId id="2147484023" r:id="rId20"/>
    <p:sldLayoutId id="2147484062" r:id="rId21"/>
    <p:sldLayoutId id="2147484063" r:id="rId22"/>
    <p:sldLayoutId id="2147483974" r:id="rId23"/>
    <p:sldLayoutId id="2147483965" r:id="rId24"/>
    <p:sldLayoutId id="2147484024" r:id="rId25"/>
    <p:sldLayoutId id="2147484053" r:id="rId26"/>
    <p:sldLayoutId id="2147484052" r:id="rId27"/>
    <p:sldLayoutId id="2147484010" r:id="rId28"/>
    <p:sldLayoutId id="2147484025" r:id="rId29"/>
    <p:sldLayoutId id="2147484026" r:id="rId30"/>
    <p:sldLayoutId id="2147484020" r:id="rId31"/>
    <p:sldLayoutId id="2147484067" r:id="rId32"/>
    <p:sldLayoutId id="2147484068" r:id="rId33"/>
    <p:sldLayoutId id="2147484064" r:id="rId34"/>
    <p:sldLayoutId id="2147484069" r:id="rId35"/>
    <p:sldLayoutId id="2147484072" r:id="rId36"/>
    <p:sldLayoutId id="2147484066" r:id="rId37"/>
    <p:sldLayoutId id="2147484070" r:id="rId38"/>
    <p:sldLayoutId id="2147484065" r:id="rId39"/>
    <p:sldLayoutId id="2147484071" r:id="rId40"/>
    <p:sldLayoutId id="2147483967" r:id="rId41"/>
    <p:sldLayoutId id="2147484041" r:id="rId42"/>
    <p:sldLayoutId id="2147484027" r:id="rId43"/>
    <p:sldLayoutId id="2147484051" r:id="rId44"/>
    <p:sldLayoutId id="2147484050" r:id="rId45"/>
    <p:sldLayoutId id="2147484046" r:id="rId46"/>
    <p:sldLayoutId id="2147484047" r:id="rId47"/>
    <p:sldLayoutId id="2147484035" r:id="rId48"/>
    <p:sldLayoutId id="2147484028" r:id="rId49"/>
    <p:sldLayoutId id="2147484030" r:id="rId50"/>
    <p:sldLayoutId id="2147484073" r:id="rId51"/>
    <p:sldLayoutId id="2147484031" r:id="rId52"/>
    <p:sldLayoutId id="2147484032" r:id="rId53"/>
    <p:sldLayoutId id="2147484033" r:id="rId54"/>
    <p:sldLayoutId id="2147484039" r:id="rId55"/>
    <p:sldLayoutId id="2147484034" r:id="rId56"/>
    <p:sldLayoutId id="2147483975" r:id="rId57"/>
  </p:sldLayoutIdLst>
  <p:hf hdr="0"/>
  <p:txStyles>
    <p:titleStyle>
      <a:lvl1pPr algn="l" defTabSz="914400" rtl="0" eaLnBrk="1" latinLnBrk="0" hangingPunct="1">
        <a:lnSpc>
          <a:spcPct val="100000"/>
        </a:lnSpc>
        <a:spcBef>
          <a:spcPct val="0"/>
        </a:spcBef>
        <a:buNone/>
        <a:defRPr sz="3200" b="1" i="0" kern="1200">
          <a:solidFill>
            <a:schemeClr val="tx1"/>
          </a:solidFill>
          <a:latin typeface="Montserrat" pitchFamily="2" charset="77"/>
          <a:ea typeface="Palatino" pitchFamily="2" charset="77"/>
          <a:cs typeface="+mj-cs"/>
        </a:defRPr>
      </a:lvl1pPr>
    </p:titleStyle>
    <p:bodyStyle>
      <a:lvl1pPr marL="342900" indent="-3429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Montserrat"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81" userDrawn="1">
          <p15:clr>
            <a:srgbClr val="F26B43"/>
          </p15:clr>
        </p15:guide>
        <p15:guide id="2" pos="302" userDrawn="1">
          <p15:clr>
            <a:srgbClr val="F26B43"/>
          </p15:clr>
        </p15:guide>
        <p15:guide id="3" pos="7378" userDrawn="1">
          <p15:clr>
            <a:srgbClr val="F26B43"/>
          </p15:clr>
        </p15:guide>
        <p15:guide id="4" orient="horz" pos="3838" userDrawn="1">
          <p15:clr>
            <a:srgbClr val="F26B43"/>
          </p15:clr>
        </p15:guide>
        <p15:guide id="6" orient="horz" pos="30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25.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B4B4F3-48E6-5EE2-3A67-ECD671612EA4}"/>
              </a:ext>
            </a:extLst>
          </p:cNvPr>
          <p:cNvPicPr>
            <a:picLocks noChangeAspect="1"/>
          </p:cNvPicPr>
          <p:nvPr/>
        </p:nvPicPr>
        <p:blipFill>
          <a:blip r:embed="rId2"/>
          <a:srcRect/>
          <a:stretch/>
        </p:blipFill>
        <p:spPr>
          <a:xfrm>
            <a:off x="7298692" y="6350"/>
            <a:ext cx="4892229" cy="6851650"/>
          </a:xfrm>
          <a:prstGeom prst="rect">
            <a:avLst/>
          </a:prstGeom>
        </p:spPr>
      </p:pic>
      <p:sp>
        <p:nvSpPr>
          <p:cNvPr id="3" name="Text Placeholder 2">
            <a:extLst>
              <a:ext uri="{FF2B5EF4-FFF2-40B4-BE49-F238E27FC236}">
                <a16:creationId xmlns:a16="http://schemas.microsoft.com/office/drawing/2014/main" id="{FD770F17-EBBB-D0AB-F63A-1531922BF3CE}"/>
              </a:ext>
            </a:extLst>
          </p:cNvPr>
          <p:cNvSpPr>
            <a:spLocks noGrp="1"/>
          </p:cNvSpPr>
          <p:nvPr>
            <p:ph type="body" idx="1"/>
          </p:nvPr>
        </p:nvSpPr>
        <p:spPr/>
        <p:txBody>
          <a:bodyPr>
            <a:normAutofit/>
          </a:bodyPr>
          <a:lstStyle/>
          <a:p>
            <a:r>
              <a:rPr lang="en-GB" dirty="0"/>
              <a:t>Innovate today. Nourish tomorrow.</a:t>
            </a:r>
          </a:p>
          <a:p>
            <a:r>
              <a:rPr lang="en-GB" dirty="0"/>
              <a:t>GAIN campaign concept: team briefing</a:t>
            </a:r>
          </a:p>
        </p:txBody>
      </p:sp>
      <p:sp>
        <p:nvSpPr>
          <p:cNvPr id="4" name="Title 3">
            <a:extLst>
              <a:ext uri="{FF2B5EF4-FFF2-40B4-BE49-F238E27FC236}">
                <a16:creationId xmlns:a16="http://schemas.microsoft.com/office/drawing/2014/main" id="{AD1D3851-13DF-318A-BBB8-D455C385FCFD}"/>
              </a:ext>
            </a:extLst>
          </p:cNvPr>
          <p:cNvSpPr>
            <a:spLocks noGrp="1"/>
          </p:cNvSpPr>
          <p:nvPr>
            <p:ph type="title"/>
          </p:nvPr>
        </p:nvSpPr>
        <p:spPr/>
        <p:txBody>
          <a:bodyPr>
            <a:normAutofit/>
          </a:bodyPr>
          <a:lstStyle/>
          <a:p>
            <a:r>
              <a:rPr lang="en-GB" dirty="0"/>
              <a:t>World Food Day 2026</a:t>
            </a:r>
          </a:p>
        </p:txBody>
      </p:sp>
      <p:sp>
        <p:nvSpPr>
          <p:cNvPr id="5" name="Text Placeholder 4">
            <a:extLst>
              <a:ext uri="{FF2B5EF4-FFF2-40B4-BE49-F238E27FC236}">
                <a16:creationId xmlns:a16="http://schemas.microsoft.com/office/drawing/2014/main" id="{3A95F434-17BD-64EA-5022-932B41D6D74D}"/>
              </a:ext>
            </a:extLst>
          </p:cNvPr>
          <p:cNvSpPr>
            <a:spLocks noGrp="1"/>
          </p:cNvSpPr>
          <p:nvPr>
            <p:ph type="body" idx="11"/>
          </p:nvPr>
        </p:nvSpPr>
        <p:spPr/>
        <p:txBody>
          <a:bodyPr/>
          <a:lstStyle/>
          <a:p>
            <a:r>
              <a:rPr lang="en-US" dirty="0"/>
              <a:t>October 2026</a:t>
            </a:r>
          </a:p>
        </p:txBody>
      </p:sp>
    </p:spTree>
    <p:extLst>
      <p:ext uri="{BB962C8B-B14F-4D97-AF65-F5344CB8AC3E}">
        <p14:creationId xmlns:p14="http://schemas.microsoft.com/office/powerpoint/2010/main" val="11942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38329E-9464-4CBD-9EEA-813399514770}"/>
              </a:ext>
            </a:extLst>
          </p:cNvPr>
          <p:cNvSpPr>
            <a:spLocks noGrp="1"/>
          </p:cNvSpPr>
          <p:nvPr>
            <p:ph idx="23"/>
          </p:nvPr>
        </p:nvSpPr>
        <p:spPr/>
        <p:txBody>
          <a:bodyPr/>
          <a:lstStyle/>
          <a:p>
            <a:r>
              <a:rPr lang="en-US" dirty="0"/>
              <a:t>Looking back: World Food Day 2025</a:t>
            </a:r>
          </a:p>
          <a:p>
            <a:r>
              <a:rPr lang="en-US" dirty="0"/>
              <a:t>This year's theme and our concept</a:t>
            </a:r>
          </a:p>
          <a:p>
            <a:r>
              <a:rPr lang="en-US" dirty="0"/>
              <a:t>Three pillars, tied together by AI</a:t>
            </a:r>
          </a:p>
          <a:p>
            <a:r>
              <a:rPr lang="en-US" dirty="0"/>
              <a:t>Content plan and rollout</a:t>
            </a:r>
          </a:p>
          <a:p>
            <a:r>
              <a:rPr lang="en-US" dirty="0"/>
              <a:t>How we inform, educate and influence</a:t>
            </a:r>
          </a:p>
          <a:p>
            <a:r>
              <a:rPr lang="en-US" dirty="0"/>
              <a:t>Bringing in our country teams</a:t>
            </a:r>
          </a:p>
          <a:p>
            <a:r>
              <a:rPr lang="en-US" dirty="0"/>
              <a:t>What we need from you</a:t>
            </a:r>
          </a:p>
        </p:txBody>
      </p:sp>
      <p:sp>
        <p:nvSpPr>
          <p:cNvPr id="3" name="Title 2">
            <a:extLst>
              <a:ext uri="{FF2B5EF4-FFF2-40B4-BE49-F238E27FC236}">
                <a16:creationId xmlns:a16="http://schemas.microsoft.com/office/drawing/2014/main" id="{E22B4BB4-EFB0-6F16-83C6-BF69011DA3DD}"/>
              </a:ext>
            </a:extLst>
          </p:cNvPr>
          <p:cNvSpPr>
            <a:spLocks noGrp="1"/>
          </p:cNvSpPr>
          <p:nvPr>
            <p:ph type="title"/>
          </p:nvPr>
        </p:nvSpPr>
        <p:spPr/>
        <p:txBody>
          <a:bodyPr/>
          <a:lstStyle/>
          <a:p>
            <a:r>
              <a:rPr lang="en-US" dirty="0"/>
              <a:t>What we'll cover today</a:t>
            </a:r>
          </a:p>
        </p:txBody>
      </p:sp>
    </p:spTree>
    <p:extLst>
      <p:ext uri="{BB962C8B-B14F-4D97-AF65-F5344CB8AC3E}">
        <p14:creationId xmlns:p14="http://schemas.microsoft.com/office/powerpoint/2010/main" val="947001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F4469-C9AC-FB23-B5B3-5E733EF6970C}"/>
              </a:ext>
            </a:extLst>
          </p:cNvPr>
          <p:cNvSpPr>
            <a:spLocks noGrp="1"/>
          </p:cNvSpPr>
          <p:nvPr>
            <p:ph type="title"/>
          </p:nvPr>
        </p:nvSpPr>
        <p:spPr/>
        <p:txBody>
          <a:bodyPr>
            <a:normAutofit fontScale="90000"/>
          </a:bodyPr>
          <a:lstStyle/>
          <a:p>
            <a:r>
              <a:rPr lang="en-GB" dirty="0"/>
              <a:t>Looking back</a:t>
            </a:r>
          </a:p>
        </p:txBody>
      </p:sp>
      <p:sp>
        <p:nvSpPr>
          <p:cNvPr id="3" name="Text Placeholder 2">
            <a:extLst>
              <a:ext uri="{FF2B5EF4-FFF2-40B4-BE49-F238E27FC236}">
                <a16:creationId xmlns:a16="http://schemas.microsoft.com/office/drawing/2014/main" id="{57E23603-E2E8-C27A-7F6E-A95A9CE729E4}"/>
              </a:ext>
            </a:extLst>
          </p:cNvPr>
          <p:cNvSpPr>
            <a:spLocks noGrp="1"/>
          </p:cNvSpPr>
          <p:nvPr>
            <p:ph type="body" idx="1"/>
          </p:nvPr>
        </p:nvSpPr>
        <p:spPr/>
        <p:txBody>
          <a:bodyPr>
            <a:normAutofit/>
          </a:bodyPr>
          <a:lstStyle/>
          <a:p>
            <a:r>
              <a:rPr lang="en-GB" dirty="0"/>
              <a:t>What we did for World Food Day 2025</a:t>
            </a:r>
          </a:p>
        </p:txBody>
      </p:sp>
    </p:spTree>
    <p:extLst>
      <p:ext uri="{BB962C8B-B14F-4D97-AF65-F5344CB8AC3E}">
        <p14:creationId xmlns:p14="http://schemas.microsoft.com/office/powerpoint/2010/main" val="1077204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World Food Day 2025: actors, actions, achievements</a:t>
            </a:r>
          </a:p>
        </p:txBody>
      </p:sp>
      <p:sp>
        <p:nvSpPr>
          <p:cNvPr id="3" name="Text Placeholder 2"/>
          <p:cNvSpPr>
            <a:spLocks noGrp="1"/>
          </p:cNvSpPr>
          <p:nvPr>
            <p:ph type="body" idx="22"/>
          </p:nvPr>
        </p:nvSpPr>
        <p:spPr/>
        <p:txBody>
          <a:bodyPr/>
          <a:lstStyle/>
          <a:p>
            <a:r>
              <a:t>WHAT WE CARRY INTO 2026</a:t>
            </a:r>
          </a:p>
        </p:txBody>
      </p:sp>
      <p:sp>
        <p:nvSpPr>
          <p:cNvPr id="4" name="Content Placeholder 3"/>
          <p:cNvSpPr>
            <a:spLocks noGrp="1"/>
          </p:cNvSpPr>
          <p:nvPr>
            <p:ph idx="23"/>
          </p:nvPr>
        </p:nvSpPr>
        <p:spPr/>
        <p:txBody>
          <a:bodyPr/>
          <a:lstStyle/>
          <a:p>
            <a:r>
              <a:t>Keep an interactive element, such as a virtual wall</a:t>
            </a:r>
          </a:p>
          <a:p>
            <a:r>
              <a:t>Give the story a clear structure: three pillars</a:t>
            </a:r>
          </a:p>
          <a:p>
            <a:r>
              <a:t>Build new content, not just re-share last year's</a:t>
            </a:r>
          </a:p>
          <a:p>
            <a:r>
              <a:t>Set measures upfront so we can report results</a:t>
            </a:r>
          </a:p>
        </p:txBody>
      </p:sp>
      <p:sp>
        <p:nvSpPr>
          <p:cNvPr id="5" name="Text Placeholder 4"/>
          <p:cNvSpPr>
            <a:spLocks noGrp="1"/>
          </p:cNvSpPr>
          <p:nvPr>
            <p:ph type="body" idx="24"/>
          </p:nvPr>
        </p:nvSpPr>
        <p:spPr/>
        <p:txBody>
          <a:bodyPr/>
          <a:lstStyle/>
          <a:p>
            <a:r>
              <a:t>WHAT WE DID</a:t>
            </a:r>
          </a:p>
        </p:txBody>
      </p:sp>
      <p:sp>
        <p:nvSpPr>
          <p:cNvPr id="6" name="Content Placeholder 5"/>
          <p:cNvSpPr>
            <a:spLocks noGrp="1"/>
          </p:cNvSpPr>
          <p:nvPr>
            <p:ph idx="10"/>
          </p:nvPr>
        </p:nvSpPr>
        <p:spPr/>
        <p:txBody>
          <a:bodyPr/>
          <a:lstStyle/>
          <a:p>
            <a:r>
              <a:t>FAO theme: Hand in Hand for Better Foods and a Better Future</a:t>
            </a:r>
          </a:p>
          <a:p>
            <a:r>
              <a:t>GAIN's angle: the actors, actions and achievements behind food systems change</a:t>
            </a:r>
          </a:p>
          <a:p>
            <a:r>
              <a:t>Community Table: an interactive wall for thanks, commitments and photos</a:t>
            </a:r>
          </a:p>
          <a:p>
            <a:r>
              <a:t>Opinion brief: Why We Work on Food, Nutrition and Development</a:t>
            </a:r>
          </a:p>
          <a:p>
            <a:r>
              <a:t>Bite the Talk podcast: the Food Systems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F4469-C9AC-FB23-B5B3-5E733EF6970C}"/>
              </a:ext>
            </a:extLst>
          </p:cNvPr>
          <p:cNvSpPr>
            <a:spLocks noGrp="1"/>
          </p:cNvSpPr>
          <p:nvPr>
            <p:ph type="title"/>
          </p:nvPr>
        </p:nvSpPr>
        <p:spPr/>
        <p:txBody>
          <a:bodyPr>
            <a:normAutofit fontScale="90000"/>
          </a:bodyPr>
          <a:lstStyle/>
          <a:p>
            <a:r>
              <a:rPr lang="en-GB" dirty="0"/>
              <a:t>This year</a:t>
            </a:r>
          </a:p>
        </p:txBody>
      </p:sp>
      <p:sp>
        <p:nvSpPr>
          <p:cNvPr id="3" name="Text Placeholder 2">
            <a:extLst>
              <a:ext uri="{FF2B5EF4-FFF2-40B4-BE49-F238E27FC236}">
                <a16:creationId xmlns:a16="http://schemas.microsoft.com/office/drawing/2014/main" id="{57E23603-E2E8-C27A-7F6E-A95A9CE729E4}"/>
              </a:ext>
            </a:extLst>
          </p:cNvPr>
          <p:cNvSpPr>
            <a:spLocks noGrp="1"/>
          </p:cNvSpPr>
          <p:nvPr>
            <p:ph type="body" idx="1"/>
          </p:nvPr>
        </p:nvSpPr>
        <p:spPr/>
        <p:txBody>
          <a:bodyPr>
            <a:normAutofit/>
          </a:bodyPr>
          <a:lstStyle/>
          <a:p>
            <a:r>
              <a:rPr lang="en-GB" dirty="0"/>
              <a:t>Innovate today. Nourish tomorrow.</a:t>
            </a:r>
          </a:p>
        </p:txBody>
      </p:sp>
    </p:spTree>
    <p:extLst>
      <p:ext uri="{BB962C8B-B14F-4D97-AF65-F5344CB8AC3E}">
        <p14:creationId xmlns:p14="http://schemas.microsoft.com/office/powerpoint/2010/main" val="1077204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D8084-0AA8-318F-A2C6-08C99FE67ED0}"/>
              </a:ext>
            </a:extLst>
          </p:cNvPr>
          <p:cNvSpPr>
            <a:spLocks noGrp="1"/>
          </p:cNvSpPr>
          <p:nvPr>
            <p:ph type="title"/>
          </p:nvPr>
        </p:nvSpPr>
        <p:spPr/>
        <p:txBody>
          <a:bodyPr/>
          <a:lstStyle/>
          <a:p>
            <a:r>
              <a:rPr kumimoji="0" lang="en-GB" sz="2800" b="0" u="none" strike="noStrike" kern="0" cap="none" spc="0" normalizeH="0" baseline="0" noProof="0" dirty="0">
                <a:ln>
                  <a:noFill/>
                </a:ln>
                <a:effectLst/>
                <a:uLnTx/>
                <a:uFillTx/>
                <a:ea typeface="+mn-ea"/>
                <a:cs typeface="+mn-cs"/>
              </a:rPr>
              <a:t>GAIN's evidence, data and business innovation already put more nutritious, safe food on people's plates. Innovate today: the tools. Nourish tomorrow: the people and diets they reach.</a:t>
            </a:r>
          </a:p>
        </p:txBody>
      </p:sp>
      <p:sp>
        <p:nvSpPr>
          <p:cNvPr id="3" name="Text Placeholder 2">
            <a:extLst>
              <a:ext uri="{FF2B5EF4-FFF2-40B4-BE49-F238E27FC236}">
                <a16:creationId xmlns:a16="http://schemas.microsoft.com/office/drawing/2014/main" id="{B61684F7-E884-4B8B-5611-744ACE1D9B1C}"/>
              </a:ext>
            </a:extLst>
          </p:cNvPr>
          <p:cNvSpPr>
            <a:spLocks noGrp="1"/>
          </p:cNvSpPr>
          <p:nvPr>
            <p:ph type="body" idx="22"/>
          </p:nvPr>
        </p:nvSpPr>
        <p:spPr/>
        <p:txBody>
          <a:bodyPr/>
          <a:lstStyle/>
          <a:p>
            <a:r>
              <a:rPr lang="en-US" dirty="0"/>
              <a:t>Our working concept: Innovation that nourishes</a:t>
            </a:r>
          </a:p>
        </p:txBody>
      </p:sp>
    </p:spTree>
    <p:extLst>
      <p:ext uri="{BB962C8B-B14F-4D97-AF65-F5344CB8AC3E}">
        <p14:creationId xmlns:p14="http://schemas.microsoft.com/office/powerpoint/2010/main" val="253030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want to achieve, and with whom</a:t>
            </a:r>
          </a:p>
        </p:txBody>
      </p:sp>
      <p:sp>
        <p:nvSpPr>
          <p:cNvPr id="3" name="Text Placeholder 2"/>
          <p:cNvSpPr>
            <a:spLocks noGrp="1"/>
          </p:cNvSpPr>
          <p:nvPr>
            <p:ph type="body" idx="22"/>
          </p:nvPr>
        </p:nvSpPr>
        <p:spPr/>
        <p:txBody>
          <a:bodyPr/>
          <a:lstStyle/>
          <a:p>
            <a:r>
              <a:t>MAIN AUDIENCE</a:t>
            </a:r>
          </a:p>
        </p:txBody>
      </p:sp>
      <p:sp>
        <p:nvSpPr>
          <p:cNvPr id="4" name="Content Placeholder 3"/>
          <p:cNvSpPr>
            <a:spLocks noGrp="1"/>
          </p:cNvSpPr>
          <p:nvPr>
            <p:ph idx="23"/>
          </p:nvPr>
        </p:nvSpPr>
        <p:spPr/>
        <p:txBody>
          <a:bodyPr/>
          <a:lstStyle/>
          <a:p>
            <a:r>
              <a:t>Governments and policymakers</a:t>
            </a:r>
          </a:p>
          <a:p>
            <a:r>
              <a:t>Also reaching:</a:t>
            </a:r>
          </a:p>
          <a:p>
            <a:pPr lvl="1"/>
            <a:r>
              <a:t>Donors and investors</a:t>
            </a:r>
          </a:p>
          <a:p>
            <a:pPr lvl="1"/>
            <a:r>
              <a:t>Food businesses and MSMEs</a:t>
            </a:r>
          </a:p>
          <a:p>
            <a:pPr lvl="1"/>
            <a:r>
              <a:t>Researchers</a:t>
            </a:r>
          </a:p>
          <a:p>
            <a:pPr lvl="1"/>
            <a:r>
              <a:t>The public and young people</a:t>
            </a:r>
          </a:p>
        </p:txBody>
      </p:sp>
      <p:sp>
        <p:nvSpPr>
          <p:cNvPr id="5" name="Text Placeholder 4"/>
          <p:cNvSpPr>
            <a:spLocks noGrp="1"/>
          </p:cNvSpPr>
          <p:nvPr>
            <p:ph type="body" idx="24"/>
          </p:nvPr>
        </p:nvSpPr>
        <p:spPr/>
        <p:txBody>
          <a:bodyPr/>
          <a:lstStyle/>
          <a:p>
            <a:r>
              <a:t>OBJECTIVES</a:t>
            </a:r>
          </a:p>
        </p:txBody>
      </p:sp>
      <p:sp>
        <p:nvSpPr>
          <p:cNvPr id="6" name="Content Placeholder 5"/>
          <p:cNvSpPr>
            <a:spLocks noGrp="1"/>
          </p:cNvSpPr>
          <p:nvPr>
            <p:ph idx="10"/>
          </p:nvPr>
        </p:nvSpPr>
        <p:spPr/>
        <p:txBody>
          <a:bodyPr/>
          <a:lstStyle/>
          <a:p>
            <a:r>
              <a:t>Position GAIN as a practical, leading innovator in food systems</a:t>
            </a:r>
          </a:p>
          <a:p>
            <a:r>
              <a:t>Showcase a few tools, each with a clear story: what it is, who it helps, what changed</a:t>
            </a:r>
          </a:p>
          <a:p>
            <a:r>
              <a:t>Drive audiences to one campaign web page linked to FAO</a:t>
            </a:r>
          </a:p>
          <a:p>
            <a:r>
              <a:t>Give country offices and partners ready-to-use content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pillars, one story</a:t>
            </a:r>
          </a:p>
        </p:txBody>
      </p:sp>
      <p:sp>
        <p:nvSpPr>
          <p:cNvPr id="3" name="Content Placeholder 2"/>
          <p:cNvSpPr>
            <a:spLocks noGrp="1"/>
          </p:cNvSpPr>
          <p:nvPr>
            <p:ph idx="11"/>
          </p:nvPr>
        </p:nvSpPr>
        <p:spPr/>
        <p:txBody>
          <a:bodyPr/>
          <a:lstStyle/>
          <a:p>
            <a:r>
              <a:t>Evidence and data</a:t>
            </a:r>
          </a:p>
          <a:p>
            <a:r>
              <a:t>Lead: Priority Micronutrient Density list (Ty Beal)</a:t>
            </a:r>
          </a:p>
          <a:p>
            <a:r>
              <a:t>Supporting: Food Systems Dashboard; Diet Quality Questionnaire (DQQ)</a:t>
            </a:r>
          </a:p>
          <a:p>
            <a:r>
              <a:t>Podcast clip: EP 26</a:t>
            </a:r>
          </a:p>
        </p:txBody>
      </p:sp>
      <p:sp>
        <p:nvSpPr>
          <p:cNvPr id="4" name="Content Placeholder 3"/>
          <p:cNvSpPr>
            <a:spLocks noGrp="1"/>
          </p:cNvSpPr>
          <p:nvPr>
            <p:ph idx="19"/>
          </p:nvPr>
        </p:nvSpPr>
        <p:spPr/>
        <p:txBody>
          <a:bodyPr/>
          <a:lstStyle/>
          <a:p>
            <a:r>
              <a:t>Technology and policy</a:t>
            </a:r>
          </a:p>
          <a:p>
            <a:r>
              <a:t>Lead: DFQT+ digital fortification tracking</a:t>
            </a:r>
          </a:p>
          <a:p>
            <a:r>
              <a:t>Supporting: Nutrition Futures Initiative</a:t>
            </a:r>
          </a:p>
          <a:p>
            <a:r>
              <a:t>Podcast clip: EP 30</a:t>
            </a:r>
          </a:p>
        </p:txBody>
      </p:sp>
      <p:sp>
        <p:nvSpPr>
          <p:cNvPr id="5" name="Content Placeholder 4"/>
          <p:cNvSpPr>
            <a:spLocks noGrp="1"/>
          </p:cNvSpPr>
          <p:nvPr>
            <p:ph idx="20"/>
          </p:nvPr>
        </p:nvSpPr>
        <p:spPr/>
        <p:txBody>
          <a:bodyPr/>
          <a:lstStyle/>
          <a:p>
            <a:r>
              <a:t>Businesses and youth</a:t>
            </a:r>
          </a:p>
          <a:p>
            <a:r>
              <a:t>Lead: NourishNext youth innovation challenge</a:t>
            </a:r>
          </a:p>
          <a:p>
            <a:r>
              <a:t>Supporting: N3F; MSME Week stories</a:t>
            </a:r>
          </a:p>
          <a:p>
            <a:r>
              <a:t>Podcast clip: EP 33 (Aida Eyasu)</a:t>
            </a:r>
          </a:p>
          <a:p>
            <a:r>
              <a:t>Climate angle: Nutribaik; I-CAN (Anthony)</a:t>
            </a:r>
          </a:p>
        </p:txBody>
      </p:sp>
      <p:sp>
        <p:nvSpPr>
          <p:cNvPr id="6" name="Text Placeholder 5"/>
          <p:cNvSpPr>
            <a:spLocks noGrp="1"/>
          </p:cNvSpPr>
          <p:nvPr>
            <p:ph type="body" idx="21"/>
          </p:nvPr>
        </p:nvSpPr>
        <p:spPr/>
        <p:txBody>
          <a:bodyPr/>
          <a:lstStyle/>
          <a:p>
            <a:r>
              <a:t>1. KNOW WHAT NOURISHES</a:t>
            </a:r>
          </a:p>
        </p:txBody>
      </p:sp>
      <p:sp>
        <p:nvSpPr>
          <p:cNvPr id="7" name="Text Placeholder 6"/>
          <p:cNvSpPr>
            <a:spLocks noGrp="1"/>
          </p:cNvSpPr>
          <p:nvPr>
            <p:ph type="body" idx="22"/>
          </p:nvPr>
        </p:nvSpPr>
        <p:spPr/>
        <p:txBody>
          <a:bodyPr/>
          <a:lstStyle/>
          <a:p>
            <a:r>
              <a:t>2. MAKE SYSTEMS DELIVER</a:t>
            </a:r>
          </a:p>
        </p:txBody>
      </p:sp>
      <p:sp>
        <p:nvSpPr>
          <p:cNvPr id="8" name="Text Placeholder 7"/>
          <p:cNvSpPr>
            <a:spLocks noGrp="1"/>
          </p:cNvSpPr>
          <p:nvPr>
            <p:ph type="body" idx="23"/>
          </p:nvPr>
        </p:nvSpPr>
        <p:spPr/>
        <p:txBody>
          <a:bodyPr/>
          <a:lstStyle/>
          <a:p>
            <a:r>
              <a:t>3. BACK THE INNOVATORS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sitting on the ground with bags of carrots&#10;&#10;Description automatically generated">
            <a:extLst>
              <a:ext uri="{FF2B5EF4-FFF2-40B4-BE49-F238E27FC236}">
                <a16:creationId xmlns:a16="http://schemas.microsoft.com/office/drawing/2014/main" id="{CD17A599-00F8-709E-BCA5-D74AC2DAED29}"/>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575425" y="6350"/>
            <a:ext cx="5616575" cy="6851650"/>
          </a:xfrm>
        </p:spPr>
      </p:pic>
      <p:sp>
        <p:nvSpPr>
          <p:cNvPr id="2" name="Content Placeholder 1">
            <a:extLst>
              <a:ext uri="{FF2B5EF4-FFF2-40B4-BE49-F238E27FC236}">
                <a16:creationId xmlns:a16="http://schemas.microsoft.com/office/drawing/2014/main" id="{1A749308-5EDF-CF87-5122-EBEE32A8C87F}"/>
              </a:ext>
            </a:extLst>
          </p:cNvPr>
          <p:cNvSpPr>
            <a:spLocks noGrp="1"/>
          </p:cNvSpPr>
          <p:nvPr>
            <p:ph idx="11"/>
          </p:nvPr>
        </p:nvSpPr>
        <p:spPr/>
        <p:txBody>
          <a:bodyPr/>
          <a:lstStyle/>
          <a:p>
            <a:r>
              <a:rPr lang="en-GB" dirty="0"/>
              <a:t>GAIN's AI strategy runs through all three pillars: </a:t>
            </a:r>
            <a:r>
              <a:rPr lang="en-GB" dirty="0">
                <a:solidFill>
                  <a:schemeClr val="accent2"/>
                </a:solidFill>
              </a:rPr>
              <a:t>design, deliver, scale</a:t>
            </a:r>
          </a:p>
        </p:txBody>
      </p:sp>
    </p:spTree>
    <p:extLst>
      <p:ext uri="{BB962C8B-B14F-4D97-AF65-F5344CB8AC3E}">
        <p14:creationId xmlns:p14="http://schemas.microsoft.com/office/powerpoint/2010/main" val="887026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Content plan: one flagship video, the rest repurposed</a:t>
            </a:r>
          </a:p>
        </p:txBody>
      </p:sp>
      <p:sp>
        <p:nvSpPr>
          <p:cNvPr id="3" name="Text Placeholder 2"/>
          <p:cNvSpPr>
            <a:spLocks noGrp="1"/>
          </p:cNvSpPr>
          <p:nvPr>
            <p:ph type="body" idx="21"/>
          </p:nvPr>
        </p:nvSpPr>
        <p:spPr/>
        <p:txBody>
          <a:bodyPr/>
          <a:lstStyle/>
          <a:p>
            <a:r>
              <a:t>FLAGSHIP VIDEO</a:t>
            </a:r>
          </a:p>
        </p:txBody>
      </p:sp>
      <p:sp>
        <p:nvSpPr>
          <p:cNvPr id="4" name="Text Placeholder 3"/>
          <p:cNvSpPr>
            <a:spLocks noGrp="1"/>
          </p:cNvSpPr>
          <p:nvPr>
            <p:ph type="body" idx="22"/>
          </p:nvPr>
        </p:nvSpPr>
        <p:spPr/>
        <p:txBody>
          <a:bodyPr/>
          <a:lstStyle/>
          <a:p>
            <a:r>
              <a:t>MSME WEEK</a:t>
            </a:r>
          </a:p>
        </p:txBody>
      </p:sp>
      <p:sp>
        <p:nvSpPr>
          <p:cNvPr id="5" name="Text Placeholder 4"/>
          <p:cNvSpPr>
            <a:spLocks noGrp="1"/>
          </p:cNvSpPr>
          <p:nvPr>
            <p:ph type="body" idx="23"/>
          </p:nvPr>
        </p:nvSpPr>
        <p:spPr/>
        <p:txBody>
          <a:bodyPr/>
          <a:lstStyle/>
          <a:p>
            <a:r>
              <a:t>PODCAST CLIPS</a:t>
            </a:r>
          </a:p>
        </p:txBody>
      </p:sp>
      <p:sp>
        <p:nvSpPr>
          <p:cNvPr id="6" name="Content Placeholder 5"/>
          <p:cNvSpPr>
            <a:spLocks noGrp="1"/>
          </p:cNvSpPr>
          <p:nvPr>
            <p:ph idx="1"/>
          </p:nvPr>
        </p:nvSpPr>
        <p:spPr/>
        <p:txBody>
          <a:bodyPr/>
          <a:lstStyle/>
          <a:p>
            <a:r>
              <a:t>60 to 90 seconds</a:t>
            </a:r>
          </a:p>
          <a:p>
            <a:r>
              <a:t>Problem, innovations, result</a:t>
            </a:r>
          </a:p>
          <a:p>
            <a:r>
              <a:t>Cut-downs: 30-second teaser, 15-second clips</a:t>
            </a:r>
          </a:p>
        </p:txBody>
      </p:sp>
      <p:sp>
        <p:nvSpPr>
          <p:cNvPr id="7" name="Content Placeholder 6"/>
          <p:cNvSpPr>
            <a:spLocks noGrp="1"/>
          </p:cNvSpPr>
          <p:nvPr>
            <p:ph idx="24"/>
          </p:nvPr>
        </p:nvSpPr>
        <p:spPr/>
        <p:txBody>
          <a:bodyPr/>
          <a:lstStyle/>
          <a:p>
            <a:r>
              <a:t>Re-cut 2 or 3 innovator profiles</a:t>
            </a:r>
          </a:p>
          <a:p>
            <a:r>
              <a:t>Kennie O. Cold Chain (Nigeria)</a:t>
            </a:r>
          </a:p>
          <a:p>
            <a:r>
              <a:t>Whey2Value (Pakistan)</a:t>
            </a:r>
          </a:p>
          <a:p>
            <a:r>
              <a:t>Nutribaik (Mozambique): climate and environment story</a:t>
            </a:r>
          </a:p>
        </p:txBody>
      </p:sp>
      <p:sp>
        <p:nvSpPr>
          <p:cNvPr id="8" name="Content Placeholder 7"/>
          <p:cNvSpPr>
            <a:spLocks noGrp="1"/>
          </p:cNvSpPr>
          <p:nvPr>
            <p:ph idx="25"/>
          </p:nvPr>
        </p:nvSpPr>
        <p:spPr/>
        <p:txBody>
          <a:bodyPr/>
          <a:lstStyle/>
          <a:p>
            <a:r>
              <a:t>30 to 60 second audiograms</a:t>
            </a:r>
          </a:p>
          <a:p>
            <a:r>
              <a:t>EP 26: Food Systems Dashboard</a:t>
            </a:r>
          </a:p>
          <a:p>
            <a:r>
              <a:t>EP 30: Nutrition Futures Initiative</a:t>
            </a:r>
          </a:p>
          <a:p>
            <a:r>
              <a:t>EP 33: Start Where You Are</a:t>
            </a:r>
          </a:p>
        </p:txBody>
      </p:sp>
      <p:sp>
        <p:nvSpPr>
          <p:cNvPr id="9" name="Content Placeholder 8"/>
          <p:cNvSpPr>
            <a:spLocks noGrp="1"/>
          </p:cNvSpPr>
          <p:nvPr>
            <p:ph idx="26"/>
          </p:nvPr>
        </p:nvSpPr>
        <p:spPr/>
        <p:txBody>
          <a:bodyPr/>
          <a:lstStyle/>
          <a:p>
            <a:r>
              <a:t>Ty Beal on micronutrient-dense foods (we have)</a:t>
            </a:r>
          </a:p>
          <a:p>
            <a:r>
              <a:t>Stella on data</a:t>
            </a:r>
          </a:p>
          <a:p>
            <a:r>
              <a:t>DFQT+ spokesperson (to confirm)</a:t>
            </a:r>
          </a:p>
        </p:txBody>
      </p:sp>
      <p:sp>
        <p:nvSpPr>
          <p:cNvPr id="10" name="Text Placeholder 9"/>
          <p:cNvSpPr>
            <a:spLocks noGrp="1"/>
          </p:cNvSpPr>
          <p:nvPr>
            <p:ph type="body" idx="27"/>
          </p:nvPr>
        </p:nvSpPr>
        <p:spPr/>
        <p:txBody>
          <a:bodyPr/>
          <a:lstStyle/>
          <a:p>
            <a:r>
              <a:t>EXPERT VOICES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Inform, educate, influence</a:t>
            </a:r>
          </a:p>
        </p:txBody>
      </p:sp>
      <p:sp>
        <p:nvSpPr>
          <p:cNvPr id="3" name="Content Placeholder 2"/>
          <p:cNvSpPr>
            <a:spLocks noGrp="1"/>
          </p:cNvSpPr>
          <p:nvPr>
            <p:ph idx="11"/>
          </p:nvPr>
        </p:nvSpPr>
        <p:spPr/>
        <p:txBody>
          <a:bodyPr/>
          <a:lstStyle/>
          <a:p>
            <a:r>
              <a:t>Get noticed</a:t>
            </a:r>
          </a:p>
          <a:p>
            <a:r>
              <a:t>Pillar teasers, flagship video, #WorldFoodDay</a:t>
            </a:r>
          </a:p>
          <a:p>
            <a:r>
              <a:t>Lead with a striking fact, not GAIN's name</a:t>
            </a:r>
          </a:p>
          <a:p>
            <a:r>
              <a:t>Measure: reach and video views</a:t>
            </a:r>
          </a:p>
        </p:txBody>
      </p:sp>
      <p:sp>
        <p:nvSpPr>
          <p:cNvPr id="4" name="Content Placeholder 3"/>
          <p:cNvSpPr>
            <a:spLocks noGrp="1"/>
          </p:cNvSpPr>
          <p:nvPr>
            <p:ph idx="19"/>
          </p:nvPr>
        </p:nvSpPr>
        <p:spPr/>
        <p:txBody>
          <a:bodyPr/>
          <a:lstStyle/>
          <a:p>
            <a:r>
              <a:t>Help people understand</a:t>
            </a:r>
          </a:p>
          <a:p>
            <a:r>
              <a:t>Explainers, carousels, podcast clips, web page</a:t>
            </a:r>
          </a:p>
          <a:p>
            <a:r>
              <a:t>Problem, what GAIN built, what changed</a:t>
            </a:r>
          </a:p>
          <a:p>
            <a:r>
              <a:t>Measure: page visits, clicks to tools</a:t>
            </a:r>
          </a:p>
        </p:txBody>
      </p:sp>
      <p:sp>
        <p:nvSpPr>
          <p:cNvPr id="5" name="Content Placeholder 4"/>
          <p:cNvSpPr>
            <a:spLocks noGrp="1"/>
          </p:cNvSpPr>
          <p:nvPr>
            <p:ph idx="20"/>
          </p:nvPr>
        </p:nvSpPr>
        <p:spPr/>
        <p:txBody>
          <a:bodyPr/>
          <a:lstStyle/>
          <a:p>
            <a:r>
              <a:t>Prompt action</a:t>
            </a:r>
          </a:p>
          <a:p>
            <a:r>
              <a:t>One clear ask per audience</a:t>
            </a:r>
          </a:p>
          <a:p>
            <a:r>
              <a:t>Trusted messengers: Ty Beal, partners, founders</a:t>
            </a:r>
          </a:p>
          <a:p>
            <a:r>
              <a:t>Measure: sign-ups, requests, applications</a:t>
            </a:r>
          </a:p>
        </p:txBody>
      </p:sp>
      <p:sp>
        <p:nvSpPr>
          <p:cNvPr id="6" name="Text Placeholder 5"/>
          <p:cNvSpPr>
            <a:spLocks noGrp="1"/>
          </p:cNvSpPr>
          <p:nvPr>
            <p:ph type="body" idx="21"/>
          </p:nvPr>
        </p:nvSpPr>
        <p:spPr/>
        <p:txBody>
          <a:bodyPr/>
          <a:lstStyle/>
          <a:p>
            <a:r>
              <a:t>INFORM: 12 TO 16 OCT</a:t>
            </a:r>
          </a:p>
        </p:txBody>
      </p:sp>
      <p:sp>
        <p:nvSpPr>
          <p:cNvPr id="7" name="Text Placeholder 6"/>
          <p:cNvSpPr>
            <a:spLocks noGrp="1"/>
          </p:cNvSpPr>
          <p:nvPr>
            <p:ph type="body" idx="22"/>
          </p:nvPr>
        </p:nvSpPr>
        <p:spPr/>
        <p:txBody>
          <a:bodyPr/>
          <a:lstStyle/>
          <a:p>
            <a:r>
              <a:t>EDUCATE: 16 TO 23 OCT</a:t>
            </a:r>
          </a:p>
        </p:txBody>
      </p:sp>
      <p:sp>
        <p:nvSpPr>
          <p:cNvPr id="8" name="Text Placeholder 7"/>
          <p:cNvSpPr>
            <a:spLocks noGrp="1"/>
          </p:cNvSpPr>
          <p:nvPr>
            <p:ph type="body" idx="23"/>
          </p:nvPr>
        </p:nvSpPr>
        <p:spPr/>
        <p:txBody>
          <a:bodyPr/>
          <a:lstStyle/>
          <a:p>
            <a:r>
              <a:t>INFLUENCE: 16 OCT 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18F287-11FB-8FA5-3344-11A0AFDFC2E4}"/>
              </a:ext>
            </a:extLst>
          </p:cNvPr>
          <p:cNvSpPr>
            <a:spLocks noGrp="1"/>
          </p:cNvSpPr>
          <p:nvPr>
            <p:ph type="body" idx="20"/>
          </p:nvPr>
        </p:nvSpPr>
        <p:spPr/>
        <p:txBody>
          <a:bodyPr/>
          <a:lstStyle/>
          <a:p>
            <a:pPr marL="0" indent="0">
              <a:lnSpc>
                <a:spcPts val="2180"/>
              </a:lnSpc>
              <a:buNone/>
            </a:pPr>
            <a:r>
              <a:rPr lang="en-GB" sz="1800" b="1" dirty="0">
                <a:cs typeface="Arial" panose="020B0604020202020204" pitchFamily="34" charset="0"/>
              </a:rPr>
              <a:t>One story, told in the same order everywhere: </a:t>
            </a:r>
            <a:r>
              <a:rPr lang="en-GB" sz="1800" b="1" dirty="0">
                <a:solidFill>
                  <a:srgbClr val="B20933"/>
                </a:solidFill>
                <a:cs typeface="Arial" panose="020B0604020202020204" pitchFamily="34" charset="0"/>
                <a:sym typeface="Wingdings" pitchFamily="2" charset="2"/>
              </a:rPr>
              <a:t>pillar 1, 2, 3</a:t>
            </a:r>
          </a:p>
        </p:txBody>
      </p:sp>
      <p:sp>
        <p:nvSpPr>
          <p:cNvPr id="3" name="Text Placeholder 2">
            <a:extLst>
              <a:ext uri="{FF2B5EF4-FFF2-40B4-BE49-F238E27FC236}">
                <a16:creationId xmlns:a16="http://schemas.microsoft.com/office/drawing/2014/main" id="{EFA34157-A1EE-274C-FC2F-CA35C51650F1}"/>
              </a:ext>
            </a:extLst>
          </p:cNvPr>
          <p:cNvSpPr>
            <a:spLocks noGrp="1"/>
          </p:cNvSpPr>
          <p:nvPr>
            <p:ph type="body" idx="22"/>
          </p:nvPr>
        </p:nvSpPr>
        <p:spPr/>
        <p:txBody>
          <a:bodyPr/>
          <a:lstStyle/>
          <a:p>
            <a:pPr algn="ctr"/>
            <a:r>
              <a:rPr lang="en-GB" sz="2800" b="1" dirty="0">
                <a:solidFill>
                  <a:schemeClr val="accent2"/>
                </a:solidFill>
              </a:rPr>
              <a:t>12-14 Oct</a:t>
            </a:r>
          </a:p>
        </p:txBody>
      </p:sp>
      <p:sp>
        <p:nvSpPr>
          <p:cNvPr id="4" name="Content Placeholder 3">
            <a:extLst>
              <a:ext uri="{FF2B5EF4-FFF2-40B4-BE49-F238E27FC236}">
                <a16:creationId xmlns:a16="http://schemas.microsoft.com/office/drawing/2014/main" id="{06A4E503-FA64-B744-7690-C131AB94E11F}"/>
              </a:ext>
            </a:extLst>
          </p:cNvPr>
          <p:cNvSpPr>
            <a:spLocks noGrp="1"/>
          </p:cNvSpPr>
          <p:nvPr>
            <p:ph idx="23"/>
          </p:nvPr>
        </p:nvSpPr>
        <p:spPr/>
        <p:txBody>
          <a:bodyPr/>
          <a:lstStyle/>
          <a:p>
            <a:pPr algn="ctr"/>
            <a:r>
              <a:rPr lang="en-GB" sz="1600" dirty="0">
                <a:effectLst/>
                <a:ea typeface="Times New Roman" panose="02020603050405020304" pitchFamily="18" charset="0"/>
                <a:cs typeface="Arial" panose="020B0604020202020204" pitchFamily="34" charset="0"/>
              </a:rPr>
              <a:t>Web page finalised (Gloria)</a:t>
            </a:r>
          </a:p>
        </p:txBody>
      </p:sp>
      <p:sp>
        <p:nvSpPr>
          <p:cNvPr id="5" name="Text Placeholder 4">
            <a:extLst>
              <a:ext uri="{FF2B5EF4-FFF2-40B4-BE49-F238E27FC236}">
                <a16:creationId xmlns:a16="http://schemas.microsoft.com/office/drawing/2014/main" id="{B76B7FF8-08F9-9551-C8C4-CE3B0E2E09E8}"/>
              </a:ext>
            </a:extLst>
          </p:cNvPr>
          <p:cNvSpPr>
            <a:spLocks noGrp="1"/>
          </p:cNvSpPr>
          <p:nvPr>
            <p:ph type="body" idx="24"/>
          </p:nvPr>
        </p:nvSpPr>
        <p:spPr/>
        <p:txBody>
          <a:bodyPr/>
          <a:lstStyle/>
          <a:p>
            <a:pPr marL="14288" algn="ctr" fontAlgn="base">
              <a:buSzPts val="1000"/>
              <a:tabLst>
                <a:tab pos="457200" algn="l"/>
              </a:tabLst>
            </a:pPr>
            <a:r>
              <a:rPr lang="en-GB" sz="2800" b="1" dirty="0">
                <a:solidFill>
                  <a:schemeClr val="accent2"/>
                </a:solidFill>
                <a:latin typeface="Montserrat" pitchFamily="2" charset="77"/>
              </a:rPr>
              <a:t>12-15 Oct</a:t>
            </a:r>
          </a:p>
        </p:txBody>
      </p:sp>
      <p:sp>
        <p:nvSpPr>
          <p:cNvPr id="6" name="Content Placeholder 5">
            <a:extLst>
              <a:ext uri="{FF2B5EF4-FFF2-40B4-BE49-F238E27FC236}">
                <a16:creationId xmlns:a16="http://schemas.microsoft.com/office/drawing/2014/main" id="{D1305B07-E763-9852-F0BF-C43B2AB7316A}"/>
              </a:ext>
            </a:extLst>
          </p:cNvPr>
          <p:cNvSpPr>
            <a:spLocks noGrp="1"/>
          </p:cNvSpPr>
          <p:nvPr>
            <p:ph idx="25"/>
          </p:nvPr>
        </p:nvSpPr>
        <p:spPr/>
        <p:txBody>
          <a:bodyPr/>
          <a:lstStyle/>
          <a:p>
            <a:pPr marL="14288" algn="ctr" fontAlgn="base">
              <a:buSzPts val="1000"/>
              <a:tabLst>
                <a:tab pos="457200" algn="l"/>
              </a:tabLst>
            </a:pPr>
            <a:r>
              <a:rPr lang="en-GB" sz="1600" dirty="0">
                <a:latin typeface="Montserrat" pitchFamily="2" charset="77"/>
              </a:rPr>
              <a:t>Teasers: one day per pillar</a:t>
            </a:r>
          </a:p>
        </p:txBody>
      </p:sp>
      <p:sp>
        <p:nvSpPr>
          <p:cNvPr id="7" name="Text Placeholder 6">
            <a:extLst>
              <a:ext uri="{FF2B5EF4-FFF2-40B4-BE49-F238E27FC236}">
                <a16:creationId xmlns:a16="http://schemas.microsoft.com/office/drawing/2014/main" id="{99D75449-655B-73AD-B7B7-E4777BB98ACF}"/>
              </a:ext>
            </a:extLst>
          </p:cNvPr>
          <p:cNvSpPr>
            <a:spLocks noGrp="1"/>
          </p:cNvSpPr>
          <p:nvPr>
            <p:ph type="body" idx="26"/>
          </p:nvPr>
        </p:nvSpPr>
        <p:spPr/>
        <p:txBody>
          <a:bodyPr/>
          <a:lstStyle/>
          <a:p>
            <a:pPr algn="ctr"/>
            <a:r>
              <a:rPr lang="en-GB" sz="2800" b="1" dirty="0">
                <a:solidFill>
                  <a:schemeClr val="accent2"/>
                </a:solidFill>
              </a:rPr>
              <a:t>16 Oct</a:t>
            </a:r>
          </a:p>
        </p:txBody>
      </p:sp>
      <p:sp>
        <p:nvSpPr>
          <p:cNvPr id="8" name="Content Placeholder 7">
            <a:extLst>
              <a:ext uri="{FF2B5EF4-FFF2-40B4-BE49-F238E27FC236}">
                <a16:creationId xmlns:a16="http://schemas.microsoft.com/office/drawing/2014/main" id="{14B16884-2419-852D-0E1D-6D4BE4729386}"/>
              </a:ext>
            </a:extLst>
          </p:cNvPr>
          <p:cNvSpPr>
            <a:spLocks noGrp="1"/>
          </p:cNvSpPr>
          <p:nvPr>
            <p:ph idx="27"/>
          </p:nvPr>
        </p:nvSpPr>
        <p:spPr/>
        <p:txBody>
          <a:bodyPr/>
          <a:lstStyle/>
          <a:p>
            <a:pPr algn="ctr"/>
            <a:r>
              <a:rPr lang="en-GB" sz="1600" dirty="0">
                <a:effectLst/>
                <a:ea typeface="Times New Roman" panose="02020603050405020304" pitchFamily="18" charset="0"/>
                <a:cs typeface="Arial" panose="020B0604020202020204" pitchFamily="34" charset="0"/>
              </a:rPr>
              <a:t>Flagship video and web page go live</a:t>
            </a:r>
          </a:p>
        </p:txBody>
      </p:sp>
      <p:sp>
        <p:nvSpPr>
          <p:cNvPr id="9" name="Text Placeholder 8">
            <a:extLst>
              <a:ext uri="{FF2B5EF4-FFF2-40B4-BE49-F238E27FC236}">
                <a16:creationId xmlns:a16="http://schemas.microsoft.com/office/drawing/2014/main" id="{3E50EB4B-FB5A-D490-0E06-2C67D3AD0772}"/>
              </a:ext>
            </a:extLst>
          </p:cNvPr>
          <p:cNvSpPr>
            <a:spLocks noGrp="1"/>
          </p:cNvSpPr>
          <p:nvPr>
            <p:ph type="body" idx="28"/>
          </p:nvPr>
        </p:nvSpPr>
        <p:spPr/>
        <p:txBody>
          <a:bodyPr/>
          <a:lstStyle/>
          <a:p>
            <a:pPr algn="ctr"/>
            <a:r>
              <a:rPr lang="en-GB" sz="2800" b="1" dirty="0">
                <a:solidFill>
                  <a:schemeClr val="accent2"/>
                </a:solidFill>
                <a:effectLst/>
                <a:ea typeface="Times New Roman" panose="02020603050405020304" pitchFamily="18" charset="0"/>
                <a:cs typeface="Arial" panose="020B0604020202020204" pitchFamily="34" charset="0"/>
              </a:rPr>
              <a:t>17-23 Oct</a:t>
            </a:r>
          </a:p>
        </p:txBody>
      </p:sp>
      <p:sp>
        <p:nvSpPr>
          <p:cNvPr id="10" name="Content Placeholder 9">
            <a:extLst>
              <a:ext uri="{FF2B5EF4-FFF2-40B4-BE49-F238E27FC236}">
                <a16:creationId xmlns:a16="http://schemas.microsoft.com/office/drawing/2014/main" id="{3B490D74-7872-81E5-B93F-279F26B14D2B}"/>
              </a:ext>
            </a:extLst>
          </p:cNvPr>
          <p:cNvSpPr>
            <a:spLocks noGrp="1"/>
          </p:cNvSpPr>
          <p:nvPr>
            <p:ph idx="29"/>
          </p:nvPr>
        </p:nvSpPr>
        <p:spPr/>
        <p:txBody>
          <a:bodyPr/>
          <a:lstStyle/>
          <a:p>
            <a:pPr algn="ctr"/>
            <a:r>
              <a:rPr lang="en-GB" sz="1600" dirty="0">
                <a:effectLst/>
                <a:ea typeface="Times New Roman" panose="02020603050405020304" pitchFamily="18" charset="0"/>
                <a:cs typeface="Arial" panose="020B0604020202020204" pitchFamily="34" charset="0"/>
              </a:rPr>
              <a:t>Deep dives for each pillar</a:t>
            </a:r>
          </a:p>
        </p:txBody>
      </p:sp>
      <p:sp>
        <p:nvSpPr>
          <p:cNvPr id="11" name="Content Placeholder 10">
            <a:extLst>
              <a:ext uri="{FF2B5EF4-FFF2-40B4-BE49-F238E27FC236}">
                <a16:creationId xmlns:a16="http://schemas.microsoft.com/office/drawing/2014/main" id="{C5CB0887-39BE-3FCE-C2D7-0B9DFA4A2BEE}"/>
              </a:ext>
            </a:extLst>
          </p:cNvPr>
          <p:cNvSpPr>
            <a:spLocks noGrp="1"/>
          </p:cNvSpPr>
          <p:nvPr>
            <p:ph idx="30"/>
          </p:nvPr>
        </p:nvSpPr>
        <p:spPr/>
        <p:txBody>
          <a:bodyPr>
            <a:noAutofit/>
          </a:bodyPr>
          <a:lstStyle/>
          <a:p>
            <a:pPr marL="14288" algn="r" fontAlgn="base">
              <a:buSzPts val="1000"/>
              <a:tabLst>
                <a:tab pos="457200" algn="l"/>
              </a:tabLst>
            </a:pPr>
            <a:r>
              <a:rPr lang="en-GB" sz="1600" b="1" dirty="0">
                <a:latin typeface="Montserrat" pitchFamily="2" charset="77"/>
              </a:rPr>
              <a:t>ONE COLOUR PER PILLAR. ONE CARD TEMPLATE.</a:t>
            </a:r>
          </a:p>
          <a:p>
            <a:pPr marL="14288" algn="r" fontAlgn="base">
              <a:buSzPts val="1000"/>
              <a:tabLst>
                <a:tab pos="457200" algn="l"/>
              </a:tabLst>
            </a:pPr>
            <a:r>
              <a:rPr lang="en-GB" sz="1600" b="1" dirty="0">
                <a:latin typeface="Montserrat" pitchFamily="2" charset="77"/>
              </a:rPr>
              <a:t>ONE CAMPAIGN HASHTAG.</a:t>
            </a:r>
          </a:p>
        </p:txBody>
      </p:sp>
      <p:sp>
        <p:nvSpPr>
          <p:cNvPr id="12" name="Title 11">
            <a:extLst>
              <a:ext uri="{FF2B5EF4-FFF2-40B4-BE49-F238E27FC236}">
                <a16:creationId xmlns:a16="http://schemas.microsoft.com/office/drawing/2014/main" id="{35409E73-9F6C-191A-9B8C-C9525485120B}"/>
              </a:ext>
            </a:extLst>
          </p:cNvPr>
          <p:cNvSpPr>
            <a:spLocks noGrp="1"/>
          </p:cNvSpPr>
          <p:nvPr>
            <p:ph type="title"/>
          </p:nvPr>
        </p:nvSpPr>
        <p:spPr/>
        <p:txBody>
          <a:bodyPr/>
          <a:lstStyle/>
          <a:p>
            <a:r>
              <a:rPr lang="en-GB" dirty="0"/>
              <a:t>Rollout: from teasers to deep dives</a:t>
            </a:r>
          </a:p>
        </p:txBody>
      </p:sp>
    </p:spTree>
    <p:extLst>
      <p:ext uri="{BB962C8B-B14F-4D97-AF65-F5344CB8AC3E}">
        <p14:creationId xmlns:p14="http://schemas.microsoft.com/office/powerpoint/2010/main" val="796674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Bringing in our country teams</a:t>
            </a:r>
          </a:p>
        </p:txBody>
      </p:sp>
      <p:sp>
        <p:nvSpPr>
          <p:cNvPr id="3" name="Text Placeholder 2"/>
          <p:cNvSpPr>
            <a:spLocks noGrp="1"/>
          </p:cNvSpPr>
          <p:nvPr>
            <p:ph type="body" idx="21"/>
          </p:nvPr>
        </p:nvSpPr>
        <p:spPr/>
        <p:txBody>
          <a:bodyPr/>
          <a:lstStyle/>
          <a:p>
            <a:r>
              <a:t>PHOTO COMPETITION</a:t>
            </a:r>
          </a:p>
        </p:txBody>
      </p:sp>
      <p:sp>
        <p:nvSpPr>
          <p:cNvPr id="4" name="Text Placeholder 3"/>
          <p:cNvSpPr>
            <a:spLocks noGrp="1"/>
          </p:cNvSpPr>
          <p:nvPr>
            <p:ph type="body" idx="22"/>
          </p:nvPr>
        </p:nvSpPr>
        <p:spPr/>
        <p:txBody>
          <a:bodyPr/>
          <a:lstStyle/>
          <a:p>
            <a:r>
              <a:t>VIRTUAL WALL</a:t>
            </a:r>
          </a:p>
        </p:txBody>
      </p:sp>
      <p:sp>
        <p:nvSpPr>
          <p:cNvPr id="5" name="Text Placeholder 4"/>
          <p:cNvSpPr>
            <a:spLocks noGrp="1"/>
          </p:cNvSpPr>
          <p:nvPr>
            <p:ph type="body" idx="23"/>
          </p:nvPr>
        </p:nvSpPr>
        <p:spPr/>
        <p:txBody>
          <a:bodyPr/>
          <a:lstStyle/>
          <a:p>
            <a:r>
              <a:t>FAO EVENTS</a:t>
            </a:r>
          </a:p>
        </p:txBody>
      </p:sp>
      <p:sp>
        <p:nvSpPr>
          <p:cNvPr id="6" name="Content Placeholder 5"/>
          <p:cNvSpPr>
            <a:spLocks noGrp="1"/>
          </p:cNvSpPr>
          <p:nvPr>
            <p:ph idx="1"/>
          </p:nvPr>
        </p:nvSpPr>
        <p:spPr/>
        <p:txBody>
          <a:bodyPr/>
          <a:lstStyle/>
          <a:p>
            <a:r>
              <a:t>Starting idea: team photo with a Happy World Food Day placard</a:t>
            </a:r>
          </a:p>
          <a:p>
            <a:r>
              <a:t>Your ideas wanted on this call</a:t>
            </a:r>
          </a:p>
          <a:p>
            <a:r>
              <a:t>Send by 14 Oct; collage on 16 Oct</a:t>
            </a:r>
          </a:p>
        </p:txBody>
      </p:sp>
      <p:sp>
        <p:nvSpPr>
          <p:cNvPr id="7" name="Content Placeholder 6"/>
          <p:cNvSpPr>
            <a:spLocks noGrp="1"/>
          </p:cNvSpPr>
          <p:nvPr>
            <p:ph idx="24"/>
          </p:nvPr>
        </p:nvSpPr>
        <p:spPr/>
        <p:txBody>
          <a:bodyPr/>
          <a:lstStyle/>
          <a:p>
            <a:r>
              <a:t>30-second phone video or photo on the campaign wall</a:t>
            </a:r>
          </a:p>
          <a:p>
            <a:r>
              <a:t>Prompt: What innovation is nourishing your country?</a:t>
            </a:r>
          </a:p>
          <a:p>
            <a:r>
              <a:t>Best entries shared on social</a:t>
            </a:r>
          </a:p>
        </p:txBody>
      </p:sp>
      <p:sp>
        <p:nvSpPr>
          <p:cNvPr id="8" name="Content Placeholder 7"/>
          <p:cNvSpPr>
            <a:spLocks noGrp="1"/>
          </p:cNvSpPr>
          <p:nvPr>
            <p:ph idx="25"/>
          </p:nvPr>
        </p:nvSpPr>
        <p:spPr/>
        <p:txBody>
          <a:bodyPr/>
          <a:lstStyle/>
          <a:p>
            <a:r>
              <a:t>Join the local FAO World Food Day event, where one is planned</a:t>
            </a:r>
          </a:p>
          <a:p>
            <a:r>
              <a:t>Post from the event with #WorldFoodDay, tagging GAIN and FAO</a:t>
            </a:r>
          </a:p>
          <a:p>
            <a:r>
              <a:t>Share photos with global comms</a:t>
            </a:r>
          </a:p>
        </p:txBody>
      </p:sp>
      <p:sp>
        <p:nvSpPr>
          <p:cNvPr id="9" name="Content Placeholder 8"/>
          <p:cNvSpPr>
            <a:spLocks noGrp="1"/>
          </p:cNvSpPr>
          <p:nvPr>
            <p:ph idx="26"/>
          </p:nvPr>
        </p:nvSpPr>
        <p:spPr/>
        <p:txBody>
          <a:bodyPr/>
          <a:lstStyle/>
          <a:p>
            <a:r>
              <a:t>One-page toolkit: placard, post copy, hashtags, deadlines</a:t>
            </a:r>
          </a:p>
          <a:p>
            <a:r>
              <a:t>One comms focal point per country</a:t>
            </a:r>
          </a:p>
          <a:p>
            <a:r>
              <a:t>A shared chat group for quick help</a:t>
            </a:r>
          </a:p>
        </p:txBody>
      </p:sp>
      <p:sp>
        <p:nvSpPr>
          <p:cNvPr id="10" name="Text Placeholder 9"/>
          <p:cNvSpPr>
            <a:spLocks noGrp="1"/>
          </p:cNvSpPr>
          <p:nvPr>
            <p:ph type="body" idx="27"/>
          </p:nvPr>
        </p:nvSpPr>
        <p:spPr/>
        <p:txBody>
          <a:bodyPr/>
          <a:lstStyle/>
          <a:p>
            <a:r>
              <a:t>SUPPORT KIT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38329E-9464-4CBD-9EEA-813399514770}"/>
              </a:ext>
            </a:extLst>
          </p:cNvPr>
          <p:cNvSpPr>
            <a:spLocks noGrp="1"/>
          </p:cNvSpPr>
          <p:nvPr>
            <p:ph idx="23"/>
          </p:nvPr>
        </p:nvSpPr>
        <p:spPr/>
        <p:txBody>
          <a:bodyPr/>
          <a:lstStyle/>
          <a:p>
            <a:r>
              <a:rPr lang="en-US" dirty="0"/>
              <a:t>Country teams: share your ideas on this call</a:t>
            </a:r>
          </a:p>
          <a:p>
            <a:r>
              <a:rPr lang="en-US" dirty="0"/>
              <a:t>Internal email to all staff before World Food Day to prepare them</a:t>
            </a:r>
          </a:p>
          <a:p>
            <a:r>
              <a:rPr lang="en-US" dirty="0"/>
              <a:t>Budget for World Food Day (Tanvi Sood)</a:t>
            </a:r>
          </a:p>
          <a:p>
            <a:r>
              <a:rPr lang="en-US" dirty="0"/>
              <a:t>Confirm available content: NourishNext (Tanvi), DFQT+ (Theodore, Gloria), DQQ (Ebow), N3F (Yetunde)</a:t>
            </a:r>
          </a:p>
          <a:p>
            <a:r>
              <a:rPr lang="en-US" dirty="0"/>
              <a:t>Help us cut, and suggest a campaign hashtag</a:t>
            </a:r>
          </a:p>
          <a:p>
            <a:r>
              <a:rPr lang="en-US" dirty="0"/>
              <a:t>Coming next: how GAIN's evolving strategy fits in</a:t>
            </a:r>
          </a:p>
        </p:txBody>
      </p:sp>
      <p:sp>
        <p:nvSpPr>
          <p:cNvPr id="3" name="Title 2">
            <a:extLst>
              <a:ext uri="{FF2B5EF4-FFF2-40B4-BE49-F238E27FC236}">
                <a16:creationId xmlns:a16="http://schemas.microsoft.com/office/drawing/2014/main" id="{E22B4BB4-EFB0-6F16-83C6-BF69011DA3DD}"/>
              </a:ext>
            </a:extLst>
          </p:cNvPr>
          <p:cNvSpPr>
            <a:spLocks noGrp="1"/>
          </p:cNvSpPr>
          <p:nvPr>
            <p:ph type="title"/>
          </p:nvPr>
        </p:nvSpPr>
        <p:spPr/>
        <p:txBody>
          <a:bodyPr/>
          <a:lstStyle/>
          <a:p>
            <a:r>
              <a:rPr lang="en-US" dirty="0"/>
              <a:t>Next steps and what we need from you</a:t>
            </a:r>
          </a:p>
        </p:txBody>
      </p:sp>
    </p:spTree>
    <p:extLst>
      <p:ext uri="{BB962C8B-B14F-4D97-AF65-F5344CB8AC3E}">
        <p14:creationId xmlns:p14="http://schemas.microsoft.com/office/powerpoint/2010/main" val="947001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3D9FB-7D54-CAC0-0A90-A5ABEDFD88A1}"/>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2859057095"/>
      </p:ext>
    </p:extLst>
  </p:cSld>
  <p:clrMapOvr>
    <a:masterClrMapping/>
  </p:clrMapOvr>
</p:sld>
</file>

<file path=ppt/theme/theme1.xml><?xml version="1.0" encoding="utf-8"?>
<a:theme xmlns:a="http://schemas.openxmlformats.org/drawingml/2006/main" name="Freemont Theme">
  <a:themeElements>
    <a:clrScheme name="GAIN colour palette">
      <a:dk1>
        <a:srgbClr val="000000"/>
      </a:dk1>
      <a:lt1>
        <a:srgbClr val="FFFFFF"/>
      </a:lt1>
      <a:dk2>
        <a:srgbClr val="B10A32"/>
      </a:dk2>
      <a:lt2>
        <a:srgbClr val="FCECA5"/>
      </a:lt2>
      <a:accent1>
        <a:srgbClr val="FFD80D"/>
      </a:accent1>
      <a:accent2>
        <a:srgbClr val="FDA509"/>
      </a:accent2>
      <a:accent3>
        <a:srgbClr val="EE823C"/>
      </a:accent3>
      <a:accent4>
        <a:srgbClr val="829D56"/>
      </a:accent4>
      <a:accent5>
        <a:srgbClr val="346D1C"/>
      </a:accent5>
      <a:accent6>
        <a:srgbClr val="C0CEAA"/>
      </a:accent6>
      <a:hlink>
        <a:srgbClr val="B10A32"/>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IN Powerpoint template guide 3.pptx" id="{8B7E60E8-D340-4EB8-B51D-ADBDAC873175}" vid="{F2610757-0341-4163-A5D8-1F1BD7D4D18F}"/>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IN colour palette">
    <a:dk1>
      <a:srgbClr val="000000"/>
    </a:dk1>
    <a:lt1>
      <a:srgbClr val="FFFFFF"/>
    </a:lt1>
    <a:dk2>
      <a:srgbClr val="B10A32"/>
    </a:dk2>
    <a:lt2>
      <a:srgbClr val="FCECA5"/>
    </a:lt2>
    <a:accent1>
      <a:srgbClr val="FFD80D"/>
    </a:accent1>
    <a:accent2>
      <a:srgbClr val="FDA509"/>
    </a:accent2>
    <a:accent3>
      <a:srgbClr val="EE823C"/>
    </a:accent3>
    <a:accent4>
      <a:srgbClr val="829D56"/>
    </a:accent4>
    <a:accent5>
      <a:srgbClr val="346D1C"/>
    </a:accent5>
    <a:accent6>
      <a:srgbClr val="C0CEAA"/>
    </a:accent6>
    <a:hlink>
      <a:srgbClr val="B10A32"/>
    </a:hlink>
    <a:folHlink>
      <a:srgbClr val="000000"/>
    </a:folHlink>
  </a:clrScheme>
</a:themeOverride>
</file>

<file path=ppt/theme/themeOverride2.xml><?xml version="1.0" encoding="utf-8"?>
<a:themeOverride xmlns:a="http://schemas.openxmlformats.org/drawingml/2006/main">
  <a:clrScheme name="GAIN colour palette">
    <a:dk1>
      <a:srgbClr val="000000"/>
    </a:dk1>
    <a:lt1>
      <a:srgbClr val="FFFFFF"/>
    </a:lt1>
    <a:dk2>
      <a:srgbClr val="B10A32"/>
    </a:dk2>
    <a:lt2>
      <a:srgbClr val="FCECA5"/>
    </a:lt2>
    <a:accent1>
      <a:srgbClr val="FFD80D"/>
    </a:accent1>
    <a:accent2>
      <a:srgbClr val="FDA509"/>
    </a:accent2>
    <a:accent3>
      <a:srgbClr val="EE823C"/>
    </a:accent3>
    <a:accent4>
      <a:srgbClr val="829D56"/>
    </a:accent4>
    <a:accent5>
      <a:srgbClr val="346D1C"/>
    </a:accent5>
    <a:accent6>
      <a:srgbClr val="C0CEAA"/>
    </a:accent6>
    <a:hlink>
      <a:srgbClr val="B10A32"/>
    </a:hlink>
    <a:folHlink>
      <a:srgbClr val="0000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D5FD26EACC2174D9EB52429A641B2C7" ma:contentTypeVersion="0" ma:contentTypeDescription="Create a new document." ma:contentTypeScope="" ma:versionID="a29814045d677ee62d51efd8b7a4acdf">
  <xsd:schema xmlns:xsd="http://www.w3.org/2001/XMLSchema" xmlns:xs="http://www.w3.org/2001/XMLSchema" xmlns:p="http://schemas.microsoft.com/office/2006/metadata/properties" targetNamespace="http://schemas.microsoft.com/office/2006/metadata/properties" ma:root="true" ma:fieldsID="63f9ca9ed2b1b526ffdf70859b84e62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81409B-E284-491E-8929-01F3908AC22A}">
  <ds:schemaRefs>
    <ds:schemaRef ds:uri="http://www.w3.org/XML/1998/namespace"/>
    <ds:schemaRef ds:uri="http://purl.org/dc/terms/"/>
    <ds:schemaRef ds:uri="http://schemas.microsoft.com/office/2006/metadata/properties"/>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8E740EFD-963A-4860-898C-971ED96675E2}">
  <ds:schemaRefs>
    <ds:schemaRef ds:uri="http://schemas.microsoft.com/sharepoint/v3/contenttype/forms"/>
  </ds:schemaRefs>
</ds:datastoreItem>
</file>

<file path=customXml/itemProps3.xml><?xml version="1.0" encoding="utf-8"?>
<ds:datastoreItem xmlns:ds="http://schemas.openxmlformats.org/officeDocument/2006/customXml" ds:itemID="{68ED2A91-E78F-4667-801E-1E0BAD0EA9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Freemont Theme</Template>
  <TotalTime>0</TotalTime>
  <Words>624</Words>
  <Application>Microsoft Macintosh PowerPoint</Application>
  <PresentationFormat>Widescreen</PresentationFormat>
  <Paragraphs>80</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Helvetica</vt:lpstr>
      <vt:lpstr>Montserrat</vt:lpstr>
      <vt:lpstr>Montserrat Medium</vt:lpstr>
      <vt:lpstr>Montserrat SemiBold</vt:lpstr>
      <vt:lpstr>Times New Roman</vt:lpstr>
      <vt:lpstr>Freemont Theme</vt:lpstr>
      <vt:lpstr> Guide on how to use this template</vt:lpstr>
      <vt:lpstr>THIS IS YOUR PREFERRED FRONT PAGE</vt:lpstr>
      <vt:lpstr>Welcome to your PowerPoint template</vt:lpstr>
      <vt:lpstr>This is your intro slide </vt:lpstr>
      <vt:lpstr>THIS IS THE TEMPLATE you probably will use the most </vt:lpstr>
      <vt:lpstr>This template works with two columns of text…  </vt:lpstr>
      <vt:lpstr>Here you can have three columns with text and visuals </vt:lpstr>
      <vt:lpstr>Here is another option for four elements, visuals and text </vt:lpstr>
      <vt:lpstr>Use this if you desire contrast or have sub-headlines </vt:lpstr>
      <vt:lpstr>This template works for many pictures or graphs </vt:lpstr>
      <vt:lpstr>Here YOU CAN HAVE STRONG text and key data </vt:lpstr>
      <vt:lpstr>This template is a combination of GRAPHICS and text</vt:lpstr>
      <vt:lpstr>HERE IS ANOTHER VARIANT</vt:lpstr>
      <vt:lpstr>HERE IS ANOTHER VARIANT WITH IMAGE</vt:lpstr>
      <vt:lpstr>PowerPoint Presentation</vt:lpstr>
      <vt:lpstr>PowerPoint Presentation</vt:lpstr>
      <vt:lpstr>PowerPoint Presentation</vt:lpstr>
      <vt:lpstr>PowerPoint Presentation</vt:lpstr>
      <vt:lpstr>Short statement</vt:lpstr>
      <vt:lpstr>Advance nutrition outcomes by improving the consumption of nutritious safe food for all people,  especially the most vulnerable to malnutrition,  in a sustainable way.</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Peddy Oniango</dc:creator>
  <cp:lastModifiedBy>Peddy Oniango</cp:lastModifiedBy>
  <cp:revision>1</cp:revision>
  <cp:lastPrinted>2020-11-23T09:07:30Z</cp:lastPrinted>
  <dcterms:created xsi:type="dcterms:W3CDTF">2026-07-14T13:22:45Z</dcterms:created>
  <dcterms:modified xsi:type="dcterms:W3CDTF">2026-07-14T13:23:39Z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0x0101009D5FD26EACC2174D9EB52429A641B2C7</vt:lpwstr>
  </property>
</Properties>
</file>
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3" r:id="rId4"/>
  </p:sldMasterIdLst>
  <p:notesMasterIdLst>
    <p:notesMasterId r:id="rId28"/>
  </p:notesMasterIdLst>
  <p:handoutMasterIdLst>
    <p:handoutMasterId r:id="rId29"/>
  </p:handoutMasterIdLst>
  <p:sldIdLst>
    <p:sldId id="256" r:id="rId5"/>
    <p:sldId id="314" r:id="rId6"/>
    <p:sldId id="313" r:id="rId7"/>
    <p:sldId id="257" r:id="rId8"/>
    <p:sldId id="315" r:id="rId9"/>
    <p:sldId id="276" r:id="rId10"/>
    <p:sldId id="284" r:id="rId11"/>
    <p:sldId id="287" r:id="rId12"/>
    <p:sldId id="319" r:id="rId13"/>
    <p:sldId id="288" r:id="rId14"/>
    <p:sldId id="268" r:id="rId15"/>
    <p:sldId id="317" r:id="rId16"/>
    <p:sldId id="321" r:id="rId17"/>
    <p:sldId id="273" r:id="rId18"/>
    <p:sldId id="300" r:id="rId19"/>
    <p:sldId id="316" r:id="rId20"/>
    <p:sldId id="302" r:id="rId21"/>
    <p:sldId id="304" r:id="rId22"/>
    <p:sldId id="305" r:id="rId23"/>
    <p:sldId id="308" r:id="rId24"/>
    <p:sldId id="311" r:id="rId25"/>
    <p:sldId id="320" r:id="rId26"/>
    <p:sldId id="312" r:id="rId27"/>
  </p:sldIdLst>
  <p:sldSz cx="12192000" cy="6858000"/>
  <p:notesSz cx="6797675" cy="9872663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ick Brunet" initials="PB" lastIdx="1" clrIdx="0">
    <p:extLst>
      <p:ext uri="{19B8F6BF-5375-455C-9EA6-DF929625EA0E}">
        <p15:presenceInfo xmlns:p15="http://schemas.microsoft.com/office/powerpoint/2012/main" userId="S::Patrick.Brunet@fmtsa.ch::9fc565e4-7fce-42b9-97d2-48f569eb5a6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EAA"/>
    <a:srgbClr val="005541"/>
    <a:srgbClr val="0037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6" autoAdjust="0"/>
    <p:restoredTop sz="96327" autoAdjust="0"/>
  </p:normalViewPr>
  <p:slideViewPr>
    <p:cSldViewPr snapToGrid="0" snapToObjects="1" showGuides="1">
      <p:cViewPr varScale="1">
        <p:scale>
          <a:sx n="127" d="100"/>
          <a:sy n="127" d="100"/>
        </p:scale>
        <p:origin x="592" y="192"/>
      </p:cViewPr>
      <p:guideLst>
        <p:guide orient="horz" pos="2160"/>
        <p:guide pos="3840"/>
        <p:guide orient="horz" pos="4042"/>
      </p:guideLst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274"/>
    </p:cViewPr>
  </p:sorterViewPr>
  <p:notesViewPr>
    <p:cSldViewPr snapToGrid="0" snapToObjects="1">
      <p:cViewPr varScale="1">
        <p:scale>
          <a:sx n="89" d="100"/>
          <a:sy n="89" d="100"/>
        </p:scale>
        <p:origin x="414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chemeClr val="tx1"/>
                </a:solidFill>
                <a:latin typeface="Montserrat" pitchFamily="2" charset="77"/>
              </a:rPr>
              <a:t>Chart</a:t>
            </a:r>
            <a:endParaRPr lang="en-US" b="1" dirty="0">
              <a:solidFill>
                <a:schemeClr val="tx1"/>
              </a:solidFill>
              <a:latin typeface="Montserrat" pitchFamily="2" charset="7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0688819702920592E-2"/>
          <c:y val="0.19029007633587783"/>
          <c:w val="0.86728420664024863"/>
          <c:h val="0.6138731742501653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D78-7342-AE06-681773767B2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D78-7342-AE06-681773767B2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D78-7342-AE06-681773767B22}"/>
              </c:ext>
            </c:extLst>
          </c:dPt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3D78-7342-AE06-681773767B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779202880"/>
        <c:axId val="1086820335"/>
      </c:bubbleChart>
      <c:valAx>
        <c:axId val="779202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086820335"/>
        <c:crosses val="autoZero"/>
        <c:crossBetween val="midCat"/>
      </c:valAx>
      <c:valAx>
        <c:axId val="108682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779202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Montserrat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0-624C-A579-7BE67C3838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B0-624C-A579-7BE67C3838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B0-624C-A579-7BE67C383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2086080"/>
        <c:axId val="1211905872"/>
      </c:barChart>
      <c:catAx>
        <c:axId val="1212086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211905872"/>
        <c:crosses val="autoZero"/>
        <c:auto val="1"/>
        <c:lblAlgn val="ctr"/>
        <c:lblOffset val="100"/>
        <c:noMultiLvlLbl val="0"/>
      </c:catAx>
      <c:valAx>
        <c:axId val="121190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212086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Montserrat" pitchFamily="2" charset="77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Montserrat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2D-EB45-811C-124FCA702D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2D-EB45-811C-124FCA702D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2D-EB45-811C-124FCA702D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88916544"/>
        <c:axId val="1078396256"/>
      </c:lineChart>
      <c:catAx>
        <c:axId val="108891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078396256"/>
        <c:crosses val="autoZero"/>
        <c:auto val="1"/>
        <c:lblAlgn val="ctr"/>
        <c:lblOffset val="100"/>
        <c:noMultiLvlLbl val="0"/>
      </c:catAx>
      <c:valAx>
        <c:axId val="107839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088916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Montserrat" pitchFamily="2" charset="77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E-FC49-B35B-D681A1C9A4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7E-FC49-B35B-D681A1C9A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122176"/>
        <c:axId val="163128619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7E-FC49-B35B-D681A1C9A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1122176"/>
        <c:axId val="1631286192"/>
      </c:lineChart>
      <c:catAx>
        <c:axId val="163112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631286192"/>
        <c:crosses val="autoZero"/>
        <c:auto val="1"/>
        <c:lblAlgn val="ctr"/>
        <c:lblOffset val="100"/>
        <c:noMultiLvlLbl val="0"/>
      </c:catAx>
      <c:valAx>
        <c:axId val="163128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631122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Montserrat" pitchFamily="2" charset="77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7-784A-895B-0BA82690A8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77-784A-895B-0BA82690A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122176"/>
        <c:axId val="163128619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77-784A-895B-0BA82690A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1122176"/>
        <c:axId val="1631286192"/>
      </c:lineChart>
      <c:catAx>
        <c:axId val="163112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631286192"/>
        <c:crosses val="autoZero"/>
        <c:auto val="1"/>
        <c:lblAlgn val="ctr"/>
        <c:lblOffset val="100"/>
        <c:noMultiLvlLbl val="0"/>
      </c:catAx>
      <c:valAx>
        <c:axId val="163128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631122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Montserrat" pitchFamily="2" charset="77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tx2"/>
            </a:solidFill>
          </c:spPr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53-1948-800F-C1FA304F367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53-1948-800F-C1FA304F3673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53-1948-800F-C1FA304F36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tx2"/>
            </a:solidFill>
          </c:spPr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5B-774C-ACDF-8E44DB2469A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5B-774C-ACDF-8E44DB2469A5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5B-774C-ACDF-8E44DB246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Montserrat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5F-8F47-A980-FF2F903480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5F-8F47-A980-FF2F903480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5F-8F47-A980-FF2F903480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2906895"/>
        <c:axId val="1483332943"/>
      </c:lineChart>
      <c:catAx>
        <c:axId val="1482906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483332943"/>
        <c:crosses val="autoZero"/>
        <c:auto val="1"/>
        <c:lblAlgn val="ctr"/>
        <c:lblOffset val="100"/>
        <c:noMultiLvlLbl val="0"/>
      </c:catAx>
      <c:valAx>
        <c:axId val="1483332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482906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178998417228303"/>
          <c:y val="0.95677218437582945"/>
          <c:w val="0.27642003165543388"/>
          <c:h val="4.32278156241705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Montserrat" pitchFamily="2" charset="77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Montserrat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E-6346-A05F-0A2340FCB3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3E-6346-A05F-0A2340FCB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109920"/>
        <c:axId val="12011201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3E-6346-A05F-0A2340FCB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109920"/>
        <c:axId val="120112016"/>
      </c:lineChart>
      <c:catAx>
        <c:axId val="120109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20112016"/>
        <c:crosses val="autoZero"/>
        <c:auto val="1"/>
        <c:lblAlgn val="ctr"/>
        <c:lblOffset val="100"/>
        <c:noMultiLvlLbl val="0"/>
      </c:catAx>
      <c:valAx>
        <c:axId val="120112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pPr>
            <a:endParaRPr lang="en-CH"/>
          </a:p>
        </c:txPr>
        <c:crossAx val="12010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Montserrat" pitchFamily="2" charset="77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D54620-49D6-4A70-8242-2608834481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5619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9B964-F971-4966-AC0F-13986F9DB6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826" y="0"/>
            <a:ext cx="2946246" cy="495619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942D0B21-F38F-474F-9270-20A98439DE9D}" type="datetimeFigureOut">
              <a:rPr lang="en-GB" smtClean="0"/>
              <a:t>14/07/2026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4363F5-68FF-44C6-A51A-58E7555B82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044"/>
            <a:ext cx="2946247" cy="495619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ECA0F-7411-47F2-8EB6-A59C764DC6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826" y="9377044"/>
            <a:ext cx="2946246" cy="495619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1349338B-B616-4D6F-A153-599C2E8FC0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076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5348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5348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224009F4-651C-B147-B607-0D0EF37D663D}" type="datetimeFigureOut">
              <a:rPr lang="en-GB" smtClean="0"/>
              <a:t>14/07/2026</a:t>
            </a:fld>
            <a:endParaRPr lang="en-GB" dirty="0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7" rIns="91815" bIns="45907" rtlCol="0" anchor="ctr"/>
          <a:lstStyle/>
          <a:p>
            <a:endParaRPr lang="en-GB" dirty="0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79768" y="4751220"/>
            <a:ext cx="5438140" cy="3887361"/>
          </a:xfrm>
          <a:prstGeom prst="rect">
            <a:avLst/>
          </a:prstGeom>
        </p:spPr>
        <p:txBody>
          <a:bodyPr vert="horz" lIns="91815" tIns="45907" rIns="91815" bIns="45907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60" cy="495347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50442" y="9377317"/>
            <a:ext cx="2945660" cy="495347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BAA87542-2464-C343-B24F-52BF3C52577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65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14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.png"/><Relationship Id="rId4" Type="http://schemas.openxmlformats.org/officeDocument/2006/relationships/image" Target="../media/image14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gainhealth.org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://www.gainhealth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AF8FA9-1AAE-D209-B0E5-8CD959CC4CD9}"/>
              </a:ext>
            </a:extLst>
          </p:cNvPr>
          <p:cNvSpPr/>
          <p:nvPr userDrawn="1"/>
        </p:nvSpPr>
        <p:spPr>
          <a:xfrm>
            <a:off x="0" y="-635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D5CD99C-FA6B-F6E5-2117-12D5984955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7608" y="0"/>
            <a:ext cx="4894392" cy="68516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FBB9F-B8E5-5EDF-CA8F-B62A7F19A6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9424" y="786700"/>
            <a:ext cx="1666918" cy="684951"/>
          </a:xfrm>
          <a:prstGeom prst="rect">
            <a:avLst/>
          </a:prstGeom>
        </p:spPr>
      </p:pic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148EBD4B-3579-5466-772E-CA748A0152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4" y="4466351"/>
            <a:ext cx="6396392" cy="84689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1E5C1781-A1C0-7A84-A1A0-8809150143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138" y="2295429"/>
            <a:ext cx="6410678" cy="1963061"/>
          </a:xfrm>
        </p:spPr>
        <p:txBody>
          <a:bodyPr anchor="b" anchorCtr="0">
            <a:normAutofit/>
          </a:bodyPr>
          <a:lstStyle>
            <a:lvl1pPr algn="l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A3F5304B-CF54-0447-85A1-77796187C2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79424" y="5888165"/>
            <a:ext cx="6396392" cy="394913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09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803F35B-8B96-5B22-0816-0983B3289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138" y="1664524"/>
            <a:ext cx="9928424" cy="672276"/>
          </a:xfrm>
        </p:spPr>
        <p:txBody>
          <a:bodyPr anchor="t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F8BCDED1-1FBE-7CC0-D86D-7B7945754A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138" y="2439224"/>
            <a:ext cx="9212262" cy="39491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6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F0C4A-2CAD-9899-FD3B-B91669CB67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08425" y="2214137"/>
            <a:ext cx="8419854" cy="6848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BC237A6-B1DF-341E-7175-825BC02615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6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DE0EFB7D-B35D-4C27-D788-A3EE751452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8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F57E8AA0-A9B6-30E8-BE13-A6A6A013646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79424" y="1768812"/>
            <a:ext cx="11233149" cy="51530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C487FFC3-5314-A9FE-7BF4-BFE62F2C4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3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04E44CCC-E53B-C816-0AF6-A82E41696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9425" y="1768812"/>
            <a:ext cx="11229467" cy="45725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5CD27F8F-E305-EF7A-0CC2-5B929AF8E4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7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17D2F307-621D-080D-D3D8-7D34B5B63EA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79424" y="1768812"/>
            <a:ext cx="11233149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04E44CCC-E53B-C816-0AF6-A82E41696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9425" y="2550206"/>
            <a:ext cx="11229467" cy="3791158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1DB48460-D32F-C995-41F4-49661CA050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7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and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9F74B058-F65D-5974-8A95-6BD63449C9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23442" y="441899"/>
            <a:ext cx="13097824" cy="6246000"/>
          </a:xfrm>
          <a:prstGeom prst="rect">
            <a:avLst/>
          </a:prstGeom>
        </p:spPr>
      </p:pic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4A41A644-D13A-F23C-F8AE-F6717870B2D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7660" y="1768812"/>
            <a:ext cx="9949040" cy="4572552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71B9073-A05D-8049-8958-924D4D87B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9947275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C529D-902D-0083-6859-9EB7A61CF9FD}"/>
              </a:ext>
            </a:extLst>
          </p:cNvPr>
          <p:cNvSpPr txBox="1"/>
          <p:nvPr userDrawn="1"/>
        </p:nvSpPr>
        <p:spPr>
          <a:xfrm>
            <a:off x="-3930555" y="7574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logo with red text&#10;&#10;Description automatically generated">
            <a:extLst>
              <a:ext uri="{FF2B5EF4-FFF2-40B4-BE49-F238E27FC236}">
                <a16:creationId xmlns:a16="http://schemas.microsoft.com/office/drawing/2014/main" id="{CB29792E-4EFB-4F24-98E6-3EAD0706B1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4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with content and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9F74B058-F65D-5974-8A95-6BD63449C9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23442" y="441899"/>
            <a:ext cx="13097824" cy="624600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071B9073-A05D-8049-8958-924D4D87B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9947275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Plassholder for innhold 2">
            <a:extLst>
              <a:ext uri="{FF2B5EF4-FFF2-40B4-BE49-F238E27FC236}">
                <a16:creationId xmlns:a16="http://schemas.microsoft.com/office/drawing/2014/main" id="{0732F4CE-1A6C-A8C6-6284-81456E72C52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9425" y="2550206"/>
            <a:ext cx="9947275" cy="3791157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DB950958-EC26-8449-9F63-1D8BDBFC22DF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9425" y="1768812"/>
            <a:ext cx="9947276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C529D-902D-0083-6859-9EB7A61CF9FD}"/>
              </a:ext>
            </a:extLst>
          </p:cNvPr>
          <p:cNvSpPr txBox="1"/>
          <p:nvPr userDrawn="1"/>
        </p:nvSpPr>
        <p:spPr>
          <a:xfrm>
            <a:off x="-3930555" y="7574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E6BF8BE9-383E-C523-F161-B5481075CB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3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04E44CCC-E53B-C816-0AF6-A82E41696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39395" y="1768812"/>
            <a:ext cx="5373180" cy="4572552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FE7FC031-4BDE-98D9-7D70-E4E368D8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768812"/>
            <a:ext cx="5373179" cy="4565292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96DFC48B-6D84-FBB5-092B-EF78EB4B5C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56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48A4F945-E454-DF0D-180D-5494DA5C34A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37632" y="1768812"/>
            <a:ext cx="5374942" cy="600129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39CC3AB8-8738-9AAA-2724-B680EF3871D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37633" y="2550206"/>
            <a:ext cx="5373180" cy="3791156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B404BD6B-7C78-8C8F-ECB2-613A682BAFBA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9424" y="1768812"/>
            <a:ext cx="5374943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BBA1E708-8D8B-774F-820D-5DBEDA416F7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9425" y="2550205"/>
            <a:ext cx="5373179" cy="3791157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70480F08-69C4-B999-E15F-E503F4557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2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s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6B5DB-CCF6-E141-475E-33618360A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515222" y="4222343"/>
            <a:ext cx="21236257" cy="257297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04E44CCC-E53B-C816-0AF6-A82E41696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39395" y="1768813"/>
            <a:ext cx="5373180" cy="212041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FE7FC031-4BDE-98D9-7D70-E4E368D8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768812"/>
            <a:ext cx="5373179" cy="3421753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B18AA9D4-17C6-E793-7DDE-7A8564797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60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EC0CDE-BC56-8528-90B4-C4F6494D5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515222" y="4222343"/>
            <a:ext cx="21236257" cy="257297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8B3F4127-C3EA-D4DB-A5E4-717BC9D7280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9424" y="1768812"/>
            <a:ext cx="5374943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2" name="Plassholder for innhold 2">
            <a:extLst>
              <a:ext uri="{FF2B5EF4-FFF2-40B4-BE49-F238E27FC236}">
                <a16:creationId xmlns:a16="http://schemas.microsoft.com/office/drawing/2014/main" id="{B5C32015-0069-4A53-FB7A-FE233EB987D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9425" y="2550206"/>
            <a:ext cx="5373180" cy="2640359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FA27D534-B29D-1B06-8B11-C0B9FC7CAF8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37635" y="1768812"/>
            <a:ext cx="5374943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4" name="Plassholder for innhold 2">
            <a:extLst>
              <a:ext uri="{FF2B5EF4-FFF2-40B4-BE49-F238E27FC236}">
                <a16:creationId xmlns:a16="http://schemas.microsoft.com/office/drawing/2014/main" id="{28399154-71D7-6C1D-9DC5-1F37CA78C22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337636" y="2550206"/>
            <a:ext cx="5373180" cy="1364481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8C7B44AA-E16B-A0C2-45CB-12D4D522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26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04E44CCC-E53B-C816-0AF6-A82E41696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9425" y="1768813"/>
            <a:ext cx="11229467" cy="2218988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875BB7-9D6E-E570-C4E3-C3C13014A2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206196" y="4292600"/>
            <a:ext cx="17529576" cy="2356421"/>
          </a:xfrm>
          <a:prstGeom prst="rect">
            <a:avLst/>
          </a:prstGeom>
        </p:spPr>
      </p:pic>
      <p:sp>
        <p:nvSpPr>
          <p:cNvPr id="12" name="Plassholder for innhold 2">
            <a:extLst>
              <a:ext uri="{FF2B5EF4-FFF2-40B4-BE49-F238E27FC236}">
                <a16:creationId xmlns:a16="http://schemas.microsoft.com/office/drawing/2014/main" id="{7E23B2CB-F9E5-9E1F-29CD-595EA17B09A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5" y="4292601"/>
            <a:ext cx="6937376" cy="1576184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DE867546-092D-4755-4B29-3B6B980F31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19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, 2 subtitles and content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4875BB7-9D6E-E570-C4E3-C3C13014A2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218896" y="4296899"/>
            <a:ext cx="17529576" cy="235642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CA05FA02-5B1B-484F-0970-2DDA6CA4055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7659" y="1768813"/>
            <a:ext cx="11233150" cy="515302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53064B8-63D1-789A-F10C-5F9683E28D6C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7659" y="2550206"/>
            <a:ext cx="11233149" cy="130890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1CF77D75-D111-F9C3-AAF5-EB56D743C4C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79425" y="4128846"/>
            <a:ext cx="6721474" cy="515302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3" name="Plassholder for innhold 2">
            <a:extLst>
              <a:ext uri="{FF2B5EF4-FFF2-40B4-BE49-F238E27FC236}">
                <a16:creationId xmlns:a16="http://schemas.microsoft.com/office/drawing/2014/main" id="{D0B1ED68-A589-BDD6-AC94-677DE39CA4E6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79425" y="4913885"/>
            <a:ext cx="6721474" cy="953711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02AA5840-E925-A823-D264-5124354681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77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AA467F0A-102F-E0C7-8928-4CA751FF29F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5" y="1768812"/>
            <a:ext cx="3531354" cy="4572554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951A32-23A0-6B06-8CD9-7B4E4C43375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30299" y="1768812"/>
            <a:ext cx="3531354" cy="4572552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19526F79-8BA0-54CF-8870-5580A0BEDB7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81173" y="1768812"/>
            <a:ext cx="3531401" cy="4572552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6" name="Picture 5" descr="A logo with red text&#10;&#10;Description automatically generated">
            <a:extLst>
              <a:ext uri="{FF2B5EF4-FFF2-40B4-BE49-F238E27FC236}">
                <a16:creationId xmlns:a16="http://schemas.microsoft.com/office/drawing/2014/main" id="{17D34340-E748-5D0F-4AEF-68EF398372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60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AA467F0A-102F-E0C7-8928-4CA751FF29F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5" y="2550206"/>
            <a:ext cx="3531354" cy="3791160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951A32-23A0-6B06-8CD9-7B4E4C43375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30299" y="2550204"/>
            <a:ext cx="3531354" cy="3791160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19526F79-8BA0-54CF-8870-5580A0BEDB7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81173" y="2550204"/>
            <a:ext cx="3531401" cy="3791160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76A5EB6-BF9E-8B2B-75C8-0B6228C96E4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79425" y="1768812"/>
            <a:ext cx="3531354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1BA24D7D-E507-FB1B-E1AA-21719054311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330299" y="1768812"/>
            <a:ext cx="3531354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7FF3685-F7DF-1D4B-C3BB-FCD97E2A263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81220" y="1768812"/>
            <a:ext cx="3531354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10" name="Picture 9" descr="A logo with red text&#10;&#10;Description automatically generated">
            <a:extLst>
              <a:ext uri="{FF2B5EF4-FFF2-40B4-BE49-F238E27FC236}">
                <a16:creationId xmlns:a16="http://schemas.microsoft.com/office/drawing/2014/main" id="{16588977-442E-2722-F8A5-B2C284591A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34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s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20F0B5-F488-0FD4-A3CB-1128A31AD0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613363" y="4148889"/>
            <a:ext cx="25977063" cy="226721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AA467F0A-102F-E0C7-8928-4CA751FF29F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5" y="1768811"/>
            <a:ext cx="3531354" cy="4149391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951A32-23A0-6B06-8CD9-7B4E4C43375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30299" y="1768812"/>
            <a:ext cx="3531354" cy="4149388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19526F79-8BA0-54CF-8870-5580A0BEDB7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81173" y="1768811"/>
            <a:ext cx="3531401" cy="2079299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6" name="Picture 5" descr="A logo with red text&#10;&#10;Description automatically generated">
            <a:extLst>
              <a:ext uri="{FF2B5EF4-FFF2-40B4-BE49-F238E27FC236}">
                <a16:creationId xmlns:a16="http://schemas.microsoft.com/office/drawing/2014/main" id="{B5CBEBC8-C31D-E56D-D3F2-A37B72AA5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91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3 columns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20F0B5-F488-0FD4-A3CB-1128A31AD0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613363" y="4148889"/>
            <a:ext cx="25977063" cy="226721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AA467F0A-102F-E0C7-8928-4CA751FF29F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5" y="2550206"/>
            <a:ext cx="3531354" cy="3367996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951A32-23A0-6B06-8CD9-7B4E4C43375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30299" y="2550204"/>
            <a:ext cx="3531354" cy="3367996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19526F79-8BA0-54CF-8870-5580A0BEDB7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81173" y="2550204"/>
            <a:ext cx="3531401" cy="1297906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76A5EB6-BF9E-8B2B-75C8-0B6228C96E4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79425" y="1768812"/>
            <a:ext cx="3531354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1BA24D7D-E507-FB1B-E1AA-21719054311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330299" y="1768812"/>
            <a:ext cx="3531354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7FF3685-F7DF-1D4B-C3BB-FCD97E2A263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81220" y="1768812"/>
            <a:ext cx="3531354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11" name="Picture 10" descr="A logo with red text&#10;&#10;Description automatically generated">
            <a:extLst>
              <a:ext uri="{FF2B5EF4-FFF2-40B4-BE49-F238E27FC236}">
                <a16:creationId xmlns:a16="http://schemas.microsoft.com/office/drawing/2014/main" id="{4E922526-EC2D-004D-D3DC-E1C5FE6DAF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19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15B1FC0C-C103-50C4-4579-9FAC26F3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761936"/>
            <a:ext cx="2613399" cy="4579429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E0549357-9490-9854-1934-63A96613BE7A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352585" y="1761935"/>
            <a:ext cx="2613600" cy="4579429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2D87A996-672C-6E1D-BDEF-58A60559129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25946" y="1761934"/>
            <a:ext cx="2613434" cy="4579429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337DBC12-D59A-2E6B-947B-B331785A760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9099141" y="1761934"/>
            <a:ext cx="2613434" cy="4579429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EBD7E1E7-D379-6853-2419-C60B307D14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60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76A5EB6-BF9E-8B2B-75C8-0B6228C96E4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79425" y="1768812"/>
            <a:ext cx="2613399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1BA24D7D-E507-FB1B-E1AA-21719054311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352585" y="1768812"/>
            <a:ext cx="2613399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7FF3685-F7DF-1D4B-C3BB-FCD97E2A263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25745" y="1768812"/>
            <a:ext cx="2613399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5E3CA20E-4685-8D48-93BC-3EFB1D24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550206"/>
            <a:ext cx="2613399" cy="3791157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Plassholder for innhold 2">
            <a:extLst>
              <a:ext uri="{FF2B5EF4-FFF2-40B4-BE49-F238E27FC236}">
                <a16:creationId xmlns:a16="http://schemas.microsoft.com/office/drawing/2014/main" id="{5E890B02-797F-4802-08E2-688088BB292D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352585" y="2550205"/>
            <a:ext cx="2613600" cy="3791157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1" name="Plassholder for innhold 2">
            <a:extLst>
              <a:ext uri="{FF2B5EF4-FFF2-40B4-BE49-F238E27FC236}">
                <a16:creationId xmlns:a16="http://schemas.microsoft.com/office/drawing/2014/main" id="{3DFEC70B-42FD-B1DC-F8A8-A5091E4EFC6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225946" y="2550204"/>
            <a:ext cx="2613434" cy="3791157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2" name="Plassholder for innhold 2">
            <a:extLst>
              <a:ext uri="{FF2B5EF4-FFF2-40B4-BE49-F238E27FC236}">
                <a16:creationId xmlns:a16="http://schemas.microsoft.com/office/drawing/2014/main" id="{DFFB2F64-DB57-1A71-48FB-579938086A97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9099141" y="2550204"/>
            <a:ext cx="2613434" cy="3791157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79B2546-B780-2E9E-11B4-29BF86D78EF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099176" y="1769784"/>
            <a:ext cx="2613399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BB6501EC-24BE-77FD-D5E6-9180738B1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81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4 columns and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15B1FC0C-C103-50C4-4579-9FAC26F3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761937"/>
            <a:ext cx="2613399" cy="2722626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E0549357-9490-9854-1934-63A96613BE7A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352585" y="1761936"/>
            <a:ext cx="2613600" cy="4295966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2D87A996-672C-6E1D-BDEF-58A60559129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25946" y="1761935"/>
            <a:ext cx="2613434" cy="4295966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337DBC12-D59A-2E6B-947B-B331785A760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9099141" y="1761935"/>
            <a:ext cx="2613434" cy="4295966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DDF65-A8AC-F96F-3EE2-AE7FBEEA84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0893" y="4785342"/>
            <a:ext cx="14267693" cy="1679000"/>
          </a:xfrm>
          <a:prstGeom prst="rect">
            <a:avLst/>
          </a:prstGeom>
        </p:spPr>
      </p:pic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19B73306-3697-AE3B-49BE-1B2EBEB997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69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4 columns and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14C9BB-B186-DCCA-946B-D1B2815B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E0549357-9490-9854-1934-63A96613BE7A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352585" y="2550206"/>
            <a:ext cx="2613600" cy="3507695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2D87A996-672C-6E1D-BDEF-58A60559129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25946" y="2550205"/>
            <a:ext cx="2613434" cy="3507695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337DBC12-D59A-2E6B-947B-B331785A760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9099141" y="2550205"/>
            <a:ext cx="2613434" cy="3507695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DDF65-A8AC-F96F-3EE2-AE7FBEEA84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00893" y="4785342"/>
            <a:ext cx="14267693" cy="1679000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B6F55150-5C9F-2D13-D662-893AAED2DC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9425" y="1768812"/>
            <a:ext cx="2613399" cy="514331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6A9A0E88-121A-EFDB-BA91-7182CD47EBB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352585" y="1768812"/>
            <a:ext cx="2613399" cy="514331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0DC720C-6E16-9375-28D1-9DD1546FE06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25745" y="1768812"/>
            <a:ext cx="2613399" cy="514331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1" name="Plassholder for innhold 2">
            <a:extLst>
              <a:ext uri="{FF2B5EF4-FFF2-40B4-BE49-F238E27FC236}">
                <a16:creationId xmlns:a16="http://schemas.microsoft.com/office/drawing/2014/main" id="{E005784E-AB1E-F8CB-22F2-7045F204847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79425" y="2550206"/>
            <a:ext cx="2613399" cy="1934355"/>
          </a:xfrm>
        </p:spPr>
        <p:txBody>
          <a:bodyPr/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B127138D-FDDE-D4A5-9885-BDDF895631E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099176" y="1769784"/>
            <a:ext cx="2613399" cy="514331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18A9DB5B-C866-3064-D314-9242317A15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24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048FE8A-8689-B14F-8013-19A8EDB4B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6" y="1756308"/>
            <a:ext cx="2613600" cy="21564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1F40347E-1EBB-A34D-98B4-BD613F55CF9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352576" y="1756308"/>
            <a:ext cx="2613600" cy="21564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CF643CA5-28CC-0749-8582-79A15D9573D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25776" y="1756309"/>
            <a:ext cx="2613600" cy="21564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lassholder for innhold 2">
            <a:extLst>
              <a:ext uri="{FF2B5EF4-FFF2-40B4-BE49-F238E27FC236}">
                <a16:creationId xmlns:a16="http://schemas.microsoft.com/office/drawing/2014/main" id="{241D183E-FEEB-F74D-BA79-B72451199E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098975" y="1756309"/>
            <a:ext cx="2613600" cy="21564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lassholder for innhold 2">
            <a:extLst>
              <a:ext uri="{FF2B5EF4-FFF2-40B4-BE49-F238E27FC236}">
                <a16:creationId xmlns:a16="http://schemas.microsoft.com/office/drawing/2014/main" id="{1A3262AC-DA45-F74C-9853-DC8CE296C57D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82691" y="4185287"/>
            <a:ext cx="2613600" cy="2156078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lassholder for innhold 2">
            <a:extLst>
              <a:ext uri="{FF2B5EF4-FFF2-40B4-BE49-F238E27FC236}">
                <a16:creationId xmlns:a16="http://schemas.microsoft.com/office/drawing/2014/main" id="{5A9388D7-632A-A246-9989-697F1A9B5A3E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3354786" y="4185287"/>
            <a:ext cx="2613600" cy="2156078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lassholder for innhold 2">
            <a:extLst>
              <a:ext uri="{FF2B5EF4-FFF2-40B4-BE49-F238E27FC236}">
                <a16:creationId xmlns:a16="http://schemas.microsoft.com/office/drawing/2014/main" id="{F17AFC99-B87F-DF42-8B4D-8320AA6640F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226881" y="4189863"/>
            <a:ext cx="2613600" cy="2151501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lassholder for innhold 2">
            <a:extLst>
              <a:ext uri="{FF2B5EF4-FFF2-40B4-BE49-F238E27FC236}">
                <a16:creationId xmlns:a16="http://schemas.microsoft.com/office/drawing/2014/main" id="{29DF26C5-F945-024F-8037-427DC7700C11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098975" y="4189863"/>
            <a:ext cx="2613600" cy="2151501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F30EDE8E-2B0E-1AE9-A1AC-673350C7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EEE3B0D6-16FE-8F7E-6007-6506CED1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02620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4 content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ssholder for innhold 2">
            <a:extLst>
              <a:ext uri="{FF2B5EF4-FFF2-40B4-BE49-F238E27FC236}">
                <a16:creationId xmlns:a16="http://schemas.microsoft.com/office/drawing/2014/main" id="{1A1D5C0F-B7AE-2137-ECE9-15F6B0C68A8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9375" y="1756309"/>
            <a:ext cx="5369911" cy="21600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lassholder for innhold 2">
            <a:extLst>
              <a:ext uri="{FF2B5EF4-FFF2-40B4-BE49-F238E27FC236}">
                <a16:creationId xmlns:a16="http://schemas.microsoft.com/office/drawing/2014/main" id="{D4E1E265-0E79-6C11-1031-1F2905BAB057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82690" y="4181364"/>
            <a:ext cx="5369911" cy="21600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71B9073-A05D-8049-8958-924D4D87B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1" name="Plassholder for innhold 2">
            <a:extLst>
              <a:ext uri="{FF2B5EF4-FFF2-40B4-BE49-F238E27FC236}">
                <a16:creationId xmlns:a16="http://schemas.microsoft.com/office/drawing/2014/main" id="{AB757D22-AE98-11BA-BA2D-1AA6C5EB1034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336084" y="1756309"/>
            <a:ext cx="5369911" cy="21600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lassholder for innhold 2">
            <a:extLst>
              <a:ext uri="{FF2B5EF4-FFF2-40B4-BE49-F238E27FC236}">
                <a16:creationId xmlns:a16="http://schemas.microsoft.com/office/drawing/2014/main" id="{F74731C9-080C-AF67-3695-98B8204FE599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339399" y="4211463"/>
            <a:ext cx="5369911" cy="2129901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9319D825-677D-D8CD-B25A-04A92D0819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817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with 4 content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071B9073-A05D-8049-8958-924D4D87B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AD56A510-1DCE-41D0-2DBA-95593579051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7660" y="1768812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4A41A644-D13A-F23C-F8AE-F6717870B2D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7660" y="2550206"/>
            <a:ext cx="5373180" cy="130890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7C15A66-3B06-AA18-2FD6-23F1379101B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37632" y="1768812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E33923F6-5339-5A4F-0C0C-2F48D295B9A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37633" y="2550206"/>
            <a:ext cx="5373180" cy="130890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864B5142-A6BF-08DC-9163-B2BFC392E32E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77660" y="4251067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2E02AE16-7BAA-C4B2-1637-E516F5674FFF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77660" y="5032461"/>
            <a:ext cx="5373180" cy="130890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7F3C001-A5BF-843D-CA3D-1D7965B359A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37632" y="4251067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1" name="Plassholder for innhold 2">
            <a:extLst>
              <a:ext uri="{FF2B5EF4-FFF2-40B4-BE49-F238E27FC236}">
                <a16:creationId xmlns:a16="http://schemas.microsoft.com/office/drawing/2014/main" id="{4F801815-018D-E2D4-3E53-DFE9C10C5D26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6337632" y="5032461"/>
            <a:ext cx="5373180" cy="130890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C529D-902D-0083-6859-9EB7A61CF9FD}"/>
              </a:ext>
            </a:extLst>
          </p:cNvPr>
          <p:cNvSpPr txBox="1"/>
          <p:nvPr userDrawn="1"/>
        </p:nvSpPr>
        <p:spPr>
          <a:xfrm>
            <a:off x="-3930555" y="7574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 descr="A logo with red text&#10;&#10;Description automatically generated">
            <a:extLst>
              <a:ext uri="{FF2B5EF4-FFF2-40B4-BE49-F238E27FC236}">
                <a16:creationId xmlns:a16="http://schemas.microsoft.com/office/drawing/2014/main" id="{1BB60232-3C33-3216-1D94-D609D0CB55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207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content and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2E02AE16-7BAA-C4B2-1637-E516F5674FFF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77659" y="4251067"/>
            <a:ext cx="5612891" cy="2090297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4A41A644-D13A-F23C-F8AE-F6717870B2D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7660" y="1768812"/>
            <a:ext cx="5612890" cy="2090297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71B9073-A05D-8049-8958-924D4D87B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C529D-902D-0083-6859-9EB7A61CF9FD}"/>
              </a:ext>
            </a:extLst>
          </p:cNvPr>
          <p:cNvSpPr txBox="1"/>
          <p:nvPr userDrawn="1"/>
        </p:nvSpPr>
        <p:spPr>
          <a:xfrm>
            <a:off x="-3930555" y="7574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03AF021-E2D9-56DA-3C79-40D4A118C44D}"/>
              </a:ext>
            </a:extLst>
          </p:cNvPr>
          <p:cNvGrpSpPr/>
          <p:nvPr userDrawn="1"/>
        </p:nvGrpSpPr>
        <p:grpSpPr>
          <a:xfrm>
            <a:off x="7308852" y="1816656"/>
            <a:ext cx="4883148" cy="4790947"/>
            <a:chOff x="7308852" y="2185988"/>
            <a:chExt cx="4883148" cy="4790947"/>
          </a:xfrm>
        </p:grpSpPr>
        <p:pic>
          <p:nvPicPr>
            <p:cNvPr id="19" name="Picture 18" descr="A picture containing dark, night sky&#10;&#10;Description automatically generated">
              <a:extLst>
                <a:ext uri="{FF2B5EF4-FFF2-40B4-BE49-F238E27FC236}">
                  <a16:creationId xmlns:a16="http://schemas.microsoft.com/office/drawing/2014/main" id="{22707D9F-A843-6ADF-7316-D909E5036F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30400" y="2438400"/>
              <a:ext cx="4761600" cy="4538535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2583A2B-6FDC-BC1D-935E-A6BF78CBC7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08852" y="2185988"/>
              <a:ext cx="4262947" cy="4165508"/>
            </a:xfrm>
            <a:prstGeom prst="rect">
              <a:avLst/>
            </a:prstGeom>
          </p:spPr>
        </p:pic>
      </p:grpSp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FD2CC1D8-73BA-E94D-C82D-E27D5F22BE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311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with 2 content and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071B9073-A05D-8049-8958-924D4D87B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AD56A510-1DCE-41D0-2DBA-95593579051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7659" y="1768812"/>
            <a:ext cx="5614731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4A41A644-D13A-F23C-F8AE-F6717870B2D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7660" y="2550206"/>
            <a:ext cx="5612890" cy="1308904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864B5142-A6BF-08DC-9163-B2BFC392E32E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77660" y="4251067"/>
            <a:ext cx="561473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2E02AE16-7BAA-C4B2-1637-E516F5674FFF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77659" y="5074027"/>
            <a:ext cx="5612891" cy="1267337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C529D-902D-0083-6859-9EB7A61CF9FD}"/>
              </a:ext>
            </a:extLst>
          </p:cNvPr>
          <p:cNvSpPr txBox="1"/>
          <p:nvPr userDrawn="1"/>
        </p:nvSpPr>
        <p:spPr>
          <a:xfrm>
            <a:off x="-3930555" y="7574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03AF021-E2D9-56DA-3C79-40D4A118C44D}"/>
              </a:ext>
            </a:extLst>
          </p:cNvPr>
          <p:cNvGrpSpPr/>
          <p:nvPr userDrawn="1"/>
        </p:nvGrpSpPr>
        <p:grpSpPr>
          <a:xfrm>
            <a:off x="7308852" y="1816656"/>
            <a:ext cx="4883148" cy="4790947"/>
            <a:chOff x="7308852" y="2185988"/>
            <a:chExt cx="4883148" cy="4790947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2583A2B-6FDC-BC1D-935E-A6BF78CBC7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308852" y="2185988"/>
              <a:ext cx="4262947" cy="4165508"/>
            </a:xfrm>
            <a:prstGeom prst="rect">
              <a:avLst/>
            </a:prstGeom>
          </p:spPr>
        </p:pic>
        <p:pic>
          <p:nvPicPr>
            <p:cNvPr id="19" name="Picture 18" descr="A picture containing dark, night sky&#10;&#10;Description automatically generated">
              <a:extLst>
                <a:ext uri="{FF2B5EF4-FFF2-40B4-BE49-F238E27FC236}">
                  <a16:creationId xmlns:a16="http://schemas.microsoft.com/office/drawing/2014/main" id="{22707D9F-A843-6ADF-7316-D909E5036F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30400" y="2438400"/>
              <a:ext cx="4761600" cy="4538535"/>
            </a:xfrm>
            <a:prstGeom prst="rect">
              <a:avLst/>
            </a:prstGeom>
          </p:spPr>
        </p:pic>
      </p:grpSp>
      <p:pic>
        <p:nvPicPr>
          <p:cNvPr id="6" name="Picture 5" descr="A logo with red text&#10;&#10;Description automatically generated">
            <a:extLst>
              <a:ext uri="{FF2B5EF4-FFF2-40B4-BE49-F238E27FC236}">
                <a16:creationId xmlns:a16="http://schemas.microsoft.com/office/drawing/2014/main" id="{193E7C4E-6A50-F3A8-A457-61D83F5BA2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635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text content and 1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2AC6519-EFC7-439F-2B40-CFDF814F8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E4F4194F-33DE-1BF0-6B64-71BD09D794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9375" y="1756309"/>
            <a:ext cx="5369911" cy="21600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AAB54217-BC7E-2794-F68A-19DA9C95C2A5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482690" y="4181365"/>
            <a:ext cx="5369911" cy="216000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lassholder for innhold 2">
            <a:extLst>
              <a:ext uri="{FF2B5EF4-FFF2-40B4-BE49-F238E27FC236}">
                <a16:creationId xmlns:a16="http://schemas.microsoft.com/office/drawing/2014/main" id="{C2B60A81-B129-7C61-DAE5-B037D0104F81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336084" y="1756308"/>
            <a:ext cx="5369911" cy="4585055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54C116FC-E6E6-7961-C856-BD546ECFE5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523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2AC6519-EFC7-439F-2B40-CFDF814F8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5369861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E4F4194F-33DE-1BF0-6B64-71BD09D794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9375" y="1756308"/>
            <a:ext cx="5369911" cy="4585055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FA2E1B1F-C3E1-4BBE-C194-B585AD5611B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37632" y="441900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E96FBEE-1713-752A-F8E4-78E6FED84A8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37633" y="1217618"/>
            <a:ext cx="5373180" cy="2030549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43ACEA4A-7F52-29B4-A59D-A9A40DC2BCD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37632" y="3535096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1756EB52-C798-44E7-B70C-FD7B1421E0D7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6337632" y="4322798"/>
            <a:ext cx="5373180" cy="2018566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8" name="Picture 7" descr="A logo with red text&#10;&#10;Description automatically generated">
            <a:extLst>
              <a:ext uri="{FF2B5EF4-FFF2-40B4-BE49-F238E27FC236}">
                <a16:creationId xmlns:a16="http://schemas.microsoft.com/office/drawing/2014/main" id="{31575B49-82BE-3A1E-FB73-D878FA6641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898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title, text and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2AC6519-EFC7-439F-2B40-CFDF814F8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1387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E4F4194F-33DE-1BF0-6B64-71BD09D794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9375" y="1756308"/>
            <a:ext cx="5369911" cy="4585055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348CBB34-5954-0933-D0D5-BD5F58E600CB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37632" y="1768812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7" name="Plassholder for innhold 2">
            <a:extLst>
              <a:ext uri="{FF2B5EF4-FFF2-40B4-BE49-F238E27FC236}">
                <a16:creationId xmlns:a16="http://schemas.microsoft.com/office/drawing/2014/main" id="{AB4DD175-6171-AA94-04B3-3E87758719E3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37633" y="2550206"/>
            <a:ext cx="5373180" cy="130890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2401B9FF-7F6F-CCB3-D113-78A5854CF2F2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37632" y="4251067"/>
            <a:ext cx="5374942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9" name="Plassholder for innhold 2">
            <a:extLst>
              <a:ext uri="{FF2B5EF4-FFF2-40B4-BE49-F238E27FC236}">
                <a16:creationId xmlns:a16="http://schemas.microsoft.com/office/drawing/2014/main" id="{D6C39587-6736-FE95-D2B2-BEABE73DF629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6337632" y="5032461"/>
            <a:ext cx="5373180" cy="1308903"/>
          </a:xfrm>
        </p:spPr>
        <p:txBody>
          <a:bodyPr>
            <a:normAutofit/>
          </a:bodyPr>
          <a:lstStyle>
            <a:lvl1pPr>
              <a:lnSpc>
                <a:spcPts val="212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ts val="212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ts val="212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ts val="2120"/>
              </a:lnSpc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ts val="2120"/>
              </a:lnSpc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130CA3E2-06E6-A1FE-B00A-B58982C91C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52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7444B681-9575-6FC5-3C87-96B3F6181B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425594" y="4235966"/>
            <a:ext cx="21500825" cy="3257700"/>
          </a:xfrm>
          <a:prstGeom prst="rect">
            <a:avLst/>
          </a:prstGeom>
        </p:spPr>
      </p:pic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951A32-23A0-6B06-8CD9-7B4E4C43375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79425" y="1761937"/>
            <a:ext cx="7382228" cy="3257700"/>
          </a:xfrm>
        </p:spPr>
        <p:txBody>
          <a:bodyPr>
            <a:normAutofit/>
          </a:bodyPr>
          <a:lstStyle>
            <a:lvl1pPr marL="0" indent="0">
              <a:lnSpc>
                <a:spcPts val="2420"/>
              </a:lnSpc>
              <a:buNone/>
              <a:defRPr sz="18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75D34B-6561-44DA-DB69-5A42F9D1912B}"/>
              </a:ext>
            </a:extLst>
          </p:cNvPr>
          <p:cNvSpPr txBox="1"/>
          <p:nvPr userDrawn="1"/>
        </p:nvSpPr>
        <p:spPr>
          <a:xfrm>
            <a:off x="14859000" y="4051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Plassholder for innhold 2">
            <a:extLst>
              <a:ext uri="{FF2B5EF4-FFF2-40B4-BE49-F238E27FC236}">
                <a16:creationId xmlns:a16="http://schemas.microsoft.com/office/drawing/2014/main" id="{32BA10E8-8D2B-AD2D-BD48-DA154419BA2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79426" y="5298546"/>
            <a:ext cx="7382228" cy="56627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lang="en-GB" sz="1600" b="1" i="0" kern="1200" cap="all" baseline="0" dirty="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4D839894-CE51-0D00-1FD9-7319BE308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1387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799E3CF4-14D9-C052-14D3-57F0858F07C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181173" y="1768811"/>
            <a:ext cx="3531401" cy="1215549"/>
          </a:xfrm>
        </p:spPr>
        <p:txBody>
          <a:bodyPr anchor="t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FDEF7085-36CA-5766-D4DA-EC7A5D0E21F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181173" y="4044798"/>
            <a:ext cx="1940727" cy="974839"/>
          </a:xfrm>
        </p:spPr>
        <p:txBody>
          <a:bodyPr anchor="t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0B9E1280-3330-F4CB-506D-B9D3CE2574B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8181173" y="3173384"/>
            <a:ext cx="3531600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D24D3151-04AA-352F-681B-A74893FD5AD7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8181173" y="5298546"/>
            <a:ext cx="1940727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logo with red text&#10;&#10;Description automatically generated">
            <a:extLst>
              <a:ext uri="{FF2B5EF4-FFF2-40B4-BE49-F238E27FC236}">
                <a16:creationId xmlns:a16="http://schemas.microsoft.com/office/drawing/2014/main" id="{6EA2C66F-1CF4-FBF3-16AC-D12E603770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38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2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7444B681-9575-6FC5-3C87-96B3F6181B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425594" y="4235965"/>
            <a:ext cx="21500825" cy="3257700"/>
          </a:xfrm>
          <a:prstGeom prst="rect">
            <a:avLst/>
          </a:prstGeom>
        </p:spPr>
      </p:pic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951A32-23A0-6B06-8CD9-7B4E4C43375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79425" y="2523736"/>
            <a:ext cx="7382228" cy="2495901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75D34B-6561-44DA-DB69-5A42F9D1912B}"/>
              </a:ext>
            </a:extLst>
          </p:cNvPr>
          <p:cNvSpPr txBox="1"/>
          <p:nvPr userDrawn="1"/>
        </p:nvSpPr>
        <p:spPr>
          <a:xfrm>
            <a:off x="14859000" y="4051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056E0855-B9EC-4AD2-B98A-13BE0DA119AA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181173" y="1768811"/>
            <a:ext cx="3531401" cy="1215549"/>
          </a:xfrm>
        </p:spPr>
        <p:txBody>
          <a:bodyPr anchor="t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1" name="Plassholder for innhold 2">
            <a:extLst>
              <a:ext uri="{FF2B5EF4-FFF2-40B4-BE49-F238E27FC236}">
                <a16:creationId xmlns:a16="http://schemas.microsoft.com/office/drawing/2014/main" id="{32BA10E8-8D2B-AD2D-BD48-DA154419BA2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79426" y="5298546"/>
            <a:ext cx="7382228" cy="56627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lang="en-GB" sz="1600" b="1" i="0" kern="1200" cap="all" baseline="0" dirty="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AB70C5DC-1F75-639D-F8A5-FBB0A0450E1E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181173" y="4044798"/>
            <a:ext cx="1940727" cy="974839"/>
          </a:xfrm>
        </p:spPr>
        <p:txBody>
          <a:bodyPr anchor="t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9704C32-3989-99B3-CF87-A15FA5940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E5DAEE78-CEDC-104F-96D2-EC4A646AED50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77659" y="1768812"/>
            <a:ext cx="7382228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9365C55D-36C9-B427-A5C1-0BDF9D90AF1A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8181173" y="3173384"/>
            <a:ext cx="3531600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5E76C479-98A2-8A4C-E5AF-051F1F3C4721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8181173" y="5298546"/>
            <a:ext cx="1940727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logo with red text&#10;&#10;Description automatically generated">
            <a:extLst>
              <a:ext uri="{FF2B5EF4-FFF2-40B4-BE49-F238E27FC236}">
                <a16:creationId xmlns:a16="http://schemas.microsoft.com/office/drawing/2014/main" id="{62CC1534-20AF-1558-06AB-2C9C52FA38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438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3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3" name="Plassholder for innhold 2">
            <a:extLst>
              <a:ext uri="{FF2B5EF4-FFF2-40B4-BE49-F238E27FC236}">
                <a16:creationId xmlns:a16="http://schemas.microsoft.com/office/drawing/2014/main" id="{A19A7692-8EC0-A07A-1F06-1D5D1D9F596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330200" y="4003964"/>
            <a:ext cx="7382228" cy="1100472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 b="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ct val="10000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6F7A03D9-8A29-659C-61BA-8ED553C00B0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9179" y="1764242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7" name="Plassholder for innhold 2">
            <a:extLst>
              <a:ext uri="{FF2B5EF4-FFF2-40B4-BE49-F238E27FC236}">
                <a16:creationId xmlns:a16="http://schemas.microsoft.com/office/drawing/2014/main" id="{46A44F61-AD53-9B7A-1297-52DC3A41CDBD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9179" y="3105049"/>
            <a:ext cx="3531600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0">
            <a:extLst>
              <a:ext uri="{FF2B5EF4-FFF2-40B4-BE49-F238E27FC236}">
                <a16:creationId xmlns:a16="http://schemas.microsoft.com/office/drawing/2014/main" id="{C7CD6CD2-2E61-24B5-2CA8-8958CAF7840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181223" y="1764242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9" name="Plassholder for innhold 2">
            <a:extLst>
              <a:ext uri="{FF2B5EF4-FFF2-40B4-BE49-F238E27FC236}">
                <a16:creationId xmlns:a16="http://schemas.microsoft.com/office/drawing/2014/main" id="{1D7455E6-09DA-5C73-FCD7-440D99C2789A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181223" y="3105049"/>
            <a:ext cx="3531600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DFCDCA3A-B486-8DDB-AFB8-5C30F897113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0200" y="1764242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1" name="Plassholder for innhold 2">
            <a:extLst>
              <a:ext uri="{FF2B5EF4-FFF2-40B4-BE49-F238E27FC236}">
                <a16:creationId xmlns:a16="http://schemas.microsoft.com/office/drawing/2014/main" id="{80EA3FEB-9E9E-62AA-BF2D-3E89A81DD842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330200" y="3105049"/>
            <a:ext cx="3531600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B6C6FB5C-BDC2-D08E-D51B-F918865353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342684" y="4102098"/>
            <a:ext cx="21553730" cy="266040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6E0FD2E2-766A-0BE6-9243-5A18FF6CB1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2AF4A476-5F86-6841-40FA-AF97E0018A9F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330200" y="5298546"/>
            <a:ext cx="7382228" cy="56627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lang="en-GB" sz="1600" b="1" i="0" kern="1200" cap="all" baseline="0" dirty="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D407F97D-6744-19EF-0669-50B408A080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06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42EC2034-31C2-0C8C-5A03-288647573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342683" y="4102099"/>
            <a:ext cx="21534683" cy="2658049"/>
          </a:xfrm>
          <a:prstGeom prst="rect">
            <a:avLst/>
          </a:prstGeom>
        </p:spPr>
      </p:pic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6F7A03D9-8A29-659C-61BA-8ED553C00B0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9179" y="2550206"/>
            <a:ext cx="3531600" cy="73147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7" name="Plassholder for innhold 2">
            <a:extLst>
              <a:ext uri="{FF2B5EF4-FFF2-40B4-BE49-F238E27FC236}">
                <a16:creationId xmlns:a16="http://schemas.microsoft.com/office/drawing/2014/main" id="{46A44F61-AD53-9B7A-1297-52DC3A41CDBD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9179" y="3407909"/>
            <a:ext cx="3531600" cy="50007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0">
            <a:extLst>
              <a:ext uri="{FF2B5EF4-FFF2-40B4-BE49-F238E27FC236}">
                <a16:creationId xmlns:a16="http://schemas.microsoft.com/office/drawing/2014/main" id="{C7CD6CD2-2E61-24B5-2CA8-8958CAF7840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181223" y="2550206"/>
            <a:ext cx="3531600" cy="73147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9" name="Plassholder for innhold 2">
            <a:extLst>
              <a:ext uri="{FF2B5EF4-FFF2-40B4-BE49-F238E27FC236}">
                <a16:creationId xmlns:a16="http://schemas.microsoft.com/office/drawing/2014/main" id="{1D7455E6-09DA-5C73-FCD7-440D99C2789A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181223" y="3407909"/>
            <a:ext cx="3531600" cy="50007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DFCDCA3A-B486-8DDB-AFB8-5C30F897113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0200" y="2550206"/>
            <a:ext cx="3531600" cy="73147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1" name="Plassholder for innhold 2">
            <a:extLst>
              <a:ext uri="{FF2B5EF4-FFF2-40B4-BE49-F238E27FC236}">
                <a16:creationId xmlns:a16="http://schemas.microsoft.com/office/drawing/2014/main" id="{80EA3FEB-9E9E-62AA-BF2D-3E89A81DD842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330200" y="3407909"/>
            <a:ext cx="3531600" cy="50007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0">
            <a:extLst>
              <a:ext uri="{FF2B5EF4-FFF2-40B4-BE49-F238E27FC236}">
                <a16:creationId xmlns:a16="http://schemas.microsoft.com/office/drawing/2014/main" id="{5054672B-4741-1FC1-E5A6-9AB9729C7B3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79176" y="1768813"/>
            <a:ext cx="11233149" cy="544438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6" name="Title 6">
            <a:extLst>
              <a:ext uri="{FF2B5EF4-FFF2-40B4-BE49-F238E27FC236}">
                <a16:creationId xmlns:a16="http://schemas.microsoft.com/office/drawing/2014/main" id="{04362EDA-56CB-35B3-F173-802F856567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F9A5F071-54DB-1F14-99DE-BAB22DCC2C19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4330200" y="4102098"/>
            <a:ext cx="7382228" cy="100233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 b="0">
                <a:solidFill>
                  <a:schemeClr val="tx1"/>
                </a:solidFill>
                <a:latin typeface="Montserrat" pitchFamily="2" charset="77"/>
              </a:defRPr>
            </a:lvl1pPr>
            <a:lvl2pPr>
              <a:lnSpc>
                <a:spcPct val="100000"/>
              </a:lnSpc>
              <a:defRPr sz="1600">
                <a:solidFill>
                  <a:schemeClr val="tx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2FC55526-119E-B219-EEE5-D33258516D6D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330200" y="5298546"/>
            <a:ext cx="7382228" cy="56627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lang="en-GB" sz="1600" b="1" i="0" kern="1200" cap="all" baseline="0" dirty="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0DFEF1C9-986F-3035-46A0-47EAFD4A5E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56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5A0B365E-27D4-0FED-76BB-0F89572E7E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5323" y="3796429"/>
            <a:ext cx="16377362" cy="284864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99F29D5-08A1-0104-C820-03005C83DB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439" y="3648765"/>
            <a:ext cx="4118081" cy="3263501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340B1C-C5C1-D8E0-5FAD-2C1F7D70812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79425" y="1768812"/>
            <a:ext cx="4556599" cy="1660188"/>
          </a:xfrm>
        </p:spPr>
        <p:txBody>
          <a:bodyPr>
            <a:noAutofit/>
          </a:bodyPr>
          <a:lstStyle>
            <a:lvl1pPr marL="11113" indent="-11113">
              <a:lnSpc>
                <a:spcPts val="2400"/>
              </a:lnSpc>
              <a:buNone/>
              <a:tabLst/>
              <a:defRPr lang="en-GB" sz="1800" b="0" i="0" kern="1200" dirty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48A4F945-E454-DF0D-180D-5494DA5C34A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289975" y="176881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39CC3AB8-8738-9AAA-2724-B680EF3871D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5289973" y="28273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B5D2EE45-631B-E2C7-FF7A-B1B11D5F112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6311" y="177702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1" name="Plassholder for innhold 2">
            <a:extLst>
              <a:ext uri="{FF2B5EF4-FFF2-40B4-BE49-F238E27FC236}">
                <a16:creationId xmlns:a16="http://schemas.microsoft.com/office/drawing/2014/main" id="{92F0F9F9-40E7-056B-2561-0A10C3B7869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746309" y="28273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296E385B-6120-7D16-1561-6E01D916F36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289973" y="386521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3" name="Plassholder for innhold 2">
            <a:extLst>
              <a:ext uri="{FF2B5EF4-FFF2-40B4-BE49-F238E27FC236}">
                <a16:creationId xmlns:a16="http://schemas.microsoft.com/office/drawing/2014/main" id="{56B76230-CD81-5D17-C1D8-EF539021EBF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289971" y="49237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DDEF320-0641-909C-BC1F-58E94FFAD432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746309" y="387342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5" name="Plassholder for innhold 2">
            <a:extLst>
              <a:ext uri="{FF2B5EF4-FFF2-40B4-BE49-F238E27FC236}">
                <a16:creationId xmlns:a16="http://schemas.microsoft.com/office/drawing/2014/main" id="{5EE34322-4624-2AE7-63E2-92FCAF855975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746307" y="49237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lassholder for innhold 2">
            <a:extLst>
              <a:ext uri="{FF2B5EF4-FFF2-40B4-BE49-F238E27FC236}">
                <a16:creationId xmlns:a16="http://schemas.microsoft.com/office/drawing/2014/main" id="{06C558AC-5E1F-E09B-F609-752007AF257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289971" y="5793569"/>
            <a:ext cx="6418915" cy="566270"/>
          </a:xfrm>
        </p:spPr>
        <p:txBody>
          <a:bodyPr>
            <a:normAutofit/>
          </a:bodyPr>
          <a:lstStyle>
            <a:lvl1pPr marL="0" indent="0" algn="r">
              <a:lnSpc>
                <a:spcPts val="2100"/>
              </a:lnSpc>
              <a:buNone/>
              <a:defRPr lang="en-GB" sz="1600" b="1" i="0" kern="1200" cap="all" baseline="0" dirty="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C4580B4A-1456-8D30-4A30-B6662D0D3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D0548BD5-1FFD-CAB5-4D23-B57579FA6E8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14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4 with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5A0B365E-27D4-0FED-76BB-0F89572E7E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5323" y="3796429"/>
            <a:ext cx="16377362" cy="284864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99F29D5-08A1-0104-C820-03005C83DB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439" y="3648765"/>
            <a:ext cx="4118081" cy="3263501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340B1C-C5C1-D8E0-5FAD-2C1F7D70812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79425" y="2550206"/>
            <a:ext cx="4556599" cy="878794"/>
          </a:xfrm>
        </p:spPr>
        <p:txBody>
          <a:bodyPr>
            <a:noAutofit/>
          </a:bodyPr>
          <a:lstStyle>
            <a:lvl1pPr marL="11113" indent="-11113">
              <a:lnSpc>
                <a:spcPts val="2400"/>
              </a:lnSpc>
              <a:buNone/>
              <a:tabLst/>
              <a:defRPr lang="en-GB" sz="1600" b="0" i="0" kern="1200" dirty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48A4F945-E454-DF0D-180D-5494DA5C34A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289975" y="176881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39CC3AB8-8738-9AAA-2724-B680EF3871D5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5289973" y="28273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B5D2EE45-631B-E2C7-FF7A-B1B11D5F112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6311" y="177702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1" name="Plassholder for innhold 2">
            <a:extLst>
              <a:ext uri="{FF2B5EF4-FFF2-40B4-BE49-F238E27FC236}">
                <a16:creationId xmlns:a16="http://schemas.microsoft.com/office/drawing/2014/main" id="{92F0F9F9-40E7-056B-2561-0A10C3B7869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746309" y="28273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296E385B-6120-7D16-1561-6E01D916F36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289973" y="386521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3" name="Plassholder for innhold 2">
            <a:extLst>
              <a:ext uri="{FF2B5EF4-FFF2-40B4-BE49-F238E27FC236}">
                <a16:creationId xmlns:a16="http://schemas.microsoft.com/office/drawing/2014/main" id="{56B76230-CD81-5D17-C1D8-EF539021EBF7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289971" y="49237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DDEF320-0641-909C-BC1F-58E94FFAD432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746309" y="3873422"/>
            <a:ext cx="2962579" cy="924051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5" name="Plassholder for innhold 2">
            <a:extLst>
              <a:ext uri="{FF2B5EF4-FFF2-40B4-BE49-F238E27FC236}">
                <a16:creationId xmlns:a16="http://schemas.microsoft.com/office/drawing/2014/main" id="{5EE34322-4624-2AE7-63E2-92FCAF855975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746307" y="4923705"/>
            <a:ext cx="2962579" cy="56627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lassholder for innhold 2">
            <a:extLst>
              <a:ext uri="{FF2B5EF4-FFF2-40B4-BE49-F238E27FC236}">
                <a16:creationId xmlns:a16="http://schemas.microsoft.com/office/drawing/2014/main" id="{06C558AC-5E1F-E09B-F609-752007AF257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289971" y="5793569"/>
            <a:ext cx="6418915" cy="566270"/>
          </a:xfrm>
        </p:spPr>
        <p:txBody>
          <a:bodyPr>
            <a:normAutofit/>
          </a:bodyPr>
          <a:lstStyle>
            <a:lvl1pPr marL="0" indent="0">
              <a:lnSpc>
                <a:spcPts val="2100"/>
              </a:lnSpc>
              <a:buNone/>
              <a:defRPr lang="en-GB" sz="1600" b="1" i="0" kern="1200" cap="all" baseline="0" dirty="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891FE528-1CBC-776A-FB47-AEB27AA81C81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79177" y="1768812"/>
            <a:ext cx="4556600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C4580B4A-1456-8D30-4A30-B6662D0D3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8D47EDD0-F81D-2369-27B1-82A16A60A86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8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D64C45-3C90-19DF-40F1-D9B9CB12C1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453476" y="4631685"/>
            <a:ext cx="23443325" cy="2165204"/>
          </a:xfrm>
          <a:prstGeom prst="rect">
            <a:avLst/>
          </a:prstGeom>
        </p:spPr>
      </p:pic>
      <p:sp>
        <p:nvSpPr>
          <p:cNvPr id="28" name="Title 6">
            <a:extLst>
              <a:ext uri="{FF2B5EF4-FFF2-40B4-BE49-F238E27FC236}">
                <a16:creationId xmlns:a16="http://schemas.microsoft.com/office/drawing/2014/main" id="{1A281173-B0C0-BD66-80F5-EF5601A9F8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D78ED611-F96E-891C-F44B-243EE7A229E9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8931" y="1768812"/>
            <a:ext cx="3531600" cy="1262148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1" name="Plassholder for innhold 2">
            <a:extLst>
              <a:ext uri="{FF2B5EF4-FFF2-40B4-BE49-F238E27FC236}">
                <a16:creationId xmlns:a16="http://schemas.microsoft.com/office/drawing/2014/main" id="{A8ABEA19-5472-8D2A-9AC2-3000DFEEC8A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8931" y="3149668"/>
            <a:ext cx="3531600" cy="55866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99445C1B-80DD-3D6D-DF9F-A512ABACA700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180975" y="1768812"/>
            <a:ext cx="3531600" cy="1262148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8" name="Plassholder for innhold 2">
            <a:extLst>
              <a:ext uri="{FF2B5EF4-FFF2-40B4-BE49-F238E27FC236}">
                <a16:creationId xmlns:a16="http://schemas.microsoft.com/office/drawing/2014/main" id="{138C6B09-508C-3D95-1AAC-5D1FC4524436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180975" y="3149668"/>
            <a:ext cx="3531600" cy="55866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CB1776B-C3C7-60E8-9FEB-CEA5BFB8CC03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29952" y="1768812"/>
            <a:ext cx="3531600" cy="1262148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1" name="Plassholder for innhold 2">
            <a:extLst>
              <a:ext uri="{FF2B5EF4-FFF2-40B4-BE49-F238E27FC236}">
                <a16:creationId xmlns:a16="http://schemas.microsoft.com/office/drawing/2014/main" id="{B52FF0CA-3195-1704-4D86-E6CB58BF8872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329952" y="3149668"/>
            <a:ext cx="3531600" cy="55866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B7E02249-D4B2-3976-664D-19627E2F398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479176" y="3945053"/>
            <a:ext cx="3531600" cy="1262148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4" name="Plassholder for innhold 2">
            <a:extLst>
              <a:ext uri="{FF2B5EF4-FFF2-40B4-BE49-F238E27FC236}">
                <a16:creationId xmlns:a16="http://schemas.microsoft.com/office/drawing/2014/main" id="{9AFF1FD0-BEAD-B18B-E01D-34357F228123}"/>
              </a:ext>
            </a:extLst>
          </p:cNvPr>
          <p:cNvSpPr>
            <a:spLocks noGrp="1"/>
          </p:cNvSpPr>
          <p:nvPr>
            <p:ph idx="40"/>
          </p:nvPr>
        </p:nvSpPr>
        <p:spPr>
          <a:xfrm>
            <a:off x="479176" y="5300490"/>
            <a:ext cx="3531600" cy="55866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75F60247-B0C5-FB65-5BB2-4C9126858BF0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4330197" y="3945053"/>
            <a:ext cx="3531600" cy="1262148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7" name="Plassholder for innhold 2">
            <a:extLst>
              <a:ext uri="{FF2B5EF4-FFF2-40B4-BE49-F238E27FC236}">
                <a16:creationId xmlns:a16="http://schemas.microsoft.com/office/drawing/2014/main" id="{04F96F5C-692A-CF40-58A4-46AB447E3A7E}"/>
              </a:ext>
            </a:extLst>
          </p:cNvPr>
          <p:cNvSpPr>
            <a:spLocks noGrp="1"/>
          </p:cNvSpPr>
          <p:nvPr>
            <p:ph idx="42"/>
          </p:nvPr>
        </p:nvSpPr>
        <p:spPr>
          <a:xfrm>
            <a:off x="4330197" y="5300490"/>
            <a:ext cx="3531600" cy="55866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6FEA75E1-519E-DFCC-1ECC-79FD1969D7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566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visualisation x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3E865E-842C-4702-6526-A92D197A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453476" y="4631685"/>
            <a:ext cx="23443325" cy="216520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9BBE10F5-076F-BD73-37D4-4BDB0C063C89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9179" y="2550720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9" name="Plassholder for innhold 2">
            <a:extLst>
              <a:ext uri="{FF2B5EF4-FFF2-40B4-BE49-F238E27FC236}">
                <a16:creationId xmlns:a16="http://schemas.microsoft.com/office/drawing/2014/main" id="{44FD29C5-1892-5398-D807-F5EB3CB4885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9179" y="3640108"/>
            <a:ext cx="3531600" cy="404945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5AE9AE36-FBBA-F399-A8F0-202F4E15BDEA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181223" y="2550720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1" name="Plassholder for innhold 2">
            <a:extLst>
              <a:ext uri="{FF2B5EF4-FFF2-40B4-BE49-F238E27FC236}">
                <a16:creationId xmlns:a16="http://schemas.microsoft.com/office/drawing/2014/main" id="{EDC2DD7D-B2AF-EA47-BF05-3F4C40F48906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181223" y="3640108"/>
            <a:ext cx="3531600" cy="404945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CF7E969A-8ABB-9F72-5386-9CF0F1AD17E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0200" y="2550720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3" name="Plassholder for innhold 2">
            <a:extLst>
              <a:ext uri="{FF2B5EF4-FFF2-40B4-BE49-F238E27FC236}">
                <a16:creationId xmlns:a16="http://schemas.microsoft.com/office/drawing/2014/main" id="{FEFEFAEF-CC73-1665-9F34-4703D5C820C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330200" y="3640108"/>
            <a:ext cx="3531600" cy="404945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64920A06-C1B0-1EAA-142D-425057A592F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479176" y="4345794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7" name="Plassholder for innhold 2">
            <a:extLst>
              <a:ext uri="{FF2B5EF4-FFF2-40B4-BE49-F238E27FC236}">
                <a16:creationId xmlns:a16="http://schemas.microsoft.com/office/drawing/2014/main" id="{7790F1CF-919E-B07D-D5A3-144351D9EFBA}"/>
              </a:ext>
            </a:extLst>
          </p:cNvPr>
          <p:cNvSpPr>
            <a:spLocks noGrp="1"/>
          </p:cNvSpPr>
          <p:nvPr>
            <p:ph idx="40"/>
          </p:nvPr>
        </p:nvSpPr>
        <p:spPr>
          <a:xfrm>
            <a:off x="479176" y="5454209"/>
            <a:ext cx="3531600" cy="404945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96E7BAD2-4352-DCBE-CD16-66F2E33555FF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4330197" y="4345794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4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9" name="Plassholder for innhold 2">
            <a:extLst>
              <a:ext uri="{FF2B5EF4-FFF2-40B4-BE49-F238E27FC236}">
                <a16:creationId xmlns:a16="http://schemas.microsoft.com/office/drawing/2014/main" id="{D0C028C2-F25A-FEE3-6181-8FC202C63932}"/>
              </a:ext>
            </a:extLst>
          </p:cNvPr>
          <p:cNvSpPr>
            <a:spLocks noGrp="1"/>
          </p:cNvSpPr>
          <p:nvPr>
            <p:ph idx="42"/>
          </p:nvPr>
        </p:nvSpPr>
        <p:spPr>
          <a:xfrm>
            <a:off x="4330197" y="5454209"/>
            <a:ext cx="3531600" cy="404945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itle 6">
            <a:extLst>
              <a:ext uri="{FF2B5EF4-FFF2-40B4-BE49-F238E27FC236}">
                <a16:creationId xmlns:a16="http://schemas.microsoft.com/office/drawing/2014/main" id="{5A0DF6ED-D98F-DECE-8705-90516ED11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3A4AFF70-441A-3755-97AB-C21359848E1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77658" y="1768812"/>
            <a:ext cx="11233149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BC2F1C7B-5A79-F439-2B03-8FFC20B420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904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Title 6">
            <a:extLst>
              <a:ext uri="{FF2B5EF4-FFF2-40B4-BE49-F238E27FC236}">
                <a16:creationId xmlns:a16="http://schemas.microsoft.com/office/drawing/2014/main" id="{58F26C26-6C72-C3E5-5160-A08ACC45D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C1C3BBD-1542-36E3-8073-FF481286C14E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9179" y="1753728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5" name="Plassholder for innhold 2">
            <a:extLst>
              <a:ext uri="{FF2B5EF4-FFF2-40B4-BE49-F238E27FC236}">
                <a16:creationId xmlns:a16="http://schemas.microsoft.com/office/drawing/2014/main" id="{DA311368-12B2-D0B9-9C8F-A951EA27BFB8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9179" y="3102743"/>
            <a:ext cx="3531600" cy="7851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953A4EAA-E804-9F29-DEE8-2CC0E40EFC90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181223" y="1753728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0" name="Plassholder for innhold 2">
            <a:extLst>
              <a:ext uri="{FF2B5EF4-FFF2-40B4-BE49-F238E27FC236}">
                <a16:creationId xmlns:a16="http://schemas.microsoft.com/office/drawing/2014/main" id="{42F47BD9-54CE-F51E-58DF-21EA5791496C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181223" y="3102743"/>
            <a:ext cx="3531600" cy="7851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97C19281-F0FA-BBA1-2E34-7E6CAD8137E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330200" y="1753728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2" name="Plassholder for innhold 2">
            <a:extLst>
              <a:ext uri="{FF2B5EF4-FFF2-40B4-BE49-F238E27FC236}">
                <a16:creationId xmlns:a16="http://schemas.microsoft.com/office/drawing/2014/main" id="{AA3DFCCA-EA9D-AF82-2E26-571ACAE6A0B1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4330200" y="3102743"/>
            <a:ext cx="3531600" cy="7851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46DD4994-799D-2A6D-C2B1-D41829EAC4B2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78931" y="4207198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4B9666F-5299-A25F-5675-43959E819D1D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78931" y="5556213"/>
            <a:ext cx="3531600" cy="7851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E1FEE85-C6D4-D800-4774-24E2C7BC9F8C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180975" y="4207198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8CE19FF1-275C-C9C0-5E4C-01DFE0E6CE9F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8180975" y="5556213"/>
            <a:ext cx="3531600" cy="7851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EA468B9B-DD39-BC0A-6D47-0ED97FC5DB4B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29952" y="4207198"/>
            <a:ext cx="3531600" cy="1214575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1FA8EEF8-DE10-AFB2-D6B2-DC595ECC7F5A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4329952" y="5556213"/>
            <a:ext cx="3531600" cy="785149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992252C7-4097-1017-8227-53F935C6AD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578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sation x6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17250F1-C27A-CA65-E36B-B81AC995378D}"/>
              </a:ext>
            </a:extLst>
          </p:cNvPr>
          <p:cNvSpPr txBox="1"/>
          <p:nvPr userDrawn="1"/>
        </p:nvSpPr>
        <p:spPr>
          <a:xfrm>
            <a:off x="-12700" y="8724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Plassholder for innhold 2">
            <a:extLst>
              <a:ext uri="{FF2B5EF4-FFF2-40B4-BE49-F238E27FC236}">
                <a16:creationId xmlns:a16="http://schemas.microsoft.com/office/drawing/2014/main" id="{44FD29C5-1892-5398-D807-F5EB3CB4885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9179" y="3646146"/>
            <a:ext cx="3531600" cy="67833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lassholder for innhold 2">
            <a:extLst>
              <a:ext uri="{FF2B5EF4-FFF2-40B4-BE49-F238E27FC236}">
                <a16:creationId xmlns:a16="http://schemas.microsoft.com/office/drawing/2014/main" id="{EDC2DD7D-B2AF-EA47-BF05-3F4C40F48906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181223" y="3646146"/>
            <a:ext cx="3531600" cy="67833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lassholder for innhold 2">
            <a:extLst>
              <a:ext uri="{FF2B5EF4-FFF2-40B4-BE49-F238E27FC236}">
                <a16:creationId xmlns:a16="http://schemas.microsoft.com/office/drawing/2014/main" id="{FEFEFAEF-CC73-1665-9F34-4703D5C820C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330200" y="3646146"/>
            <a:ext cx="3531600" cy="67833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64920A06-C1B0-1EAA-142D-425057A592F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479176" y="4573886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7" name="Plassholder for innhold 2">
            <a:extLst>
              <a:ext uri="{FF2B5EF4-FFF2-40B4-BE49-F238E27FC236}">
                <a16:creationId xmlns:a16="http://schemas.microsoft.com/office/drawing/2014/main" id="{7790F1CF-919E-B07D-D5A3-144351D9EFBA}"/>
              </a:ext>
            </a:extLst>
          </p:cNvPr>
          <p:cNvSpPr>
            <a:spLocks noGrp="1"/>
          </p:cNvSpPr>
          <p:nvPr>
            <p:ph idx="40"/>
          </p:nvPr>
        </p:nvSpPr>
        <p:spPr>
          <a:xfrm>
            <a:off x="479176" y="5668683"/>
            <a:ext cx="3531600" cy="67833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96E7BAD2-4352-DCBE-CD16-66F2E33555FF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4330197" y="4573886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29" name="Plassholder for innhold 2">
            <a:extLst>
              <a:ext uri="{FF2B5EF4-FFF2-40B4-BE49-F238E27FC236}">
                <a16:creationId xmlns:a16="http://schemas.microsoft.com/office/drawing/2014/main" id="{D0C028C2-F25A-FEE3-6181-8FC202C63932}"/>
              </a:ext>
            </a:extLst>
          </p:cNvPr>
          <p:cNvSpPr>
            <a:spLocks noGrp="1"/>
          </p:cNvSpPr>
          <p:nvPr>
            <p:ph idx="42"/>
          </p:nvPr>
        </p:nvSpPr>
        <p:spPr>
          <a:xfrm>
            <a:off x="4330197" y="5668683"/>
            <a:ext cx="3531600" cy="67833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CF93C638-5408-92BD-D0D3-2B356F3F619E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8180725" y="4573886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BC88A9A2-518E-7AD4-F30D-CFB0B63CE98D}"/>
              </a:ext>
            </a:extLst>
          </p:cNvPr>
          <p:cNvSpPr>
            <a:spLocks noGrp="1"/>
          </p:cNvSpPr>
          <p:nvPr>
            <p:ph idx="44"/>
          </p:nvPr>
        </p:nvSpPr>
        <p:spPr>
          <a:xfrm>
            <a:off x="8180725" y="5668683"/>
            <a:ext cx="3531600" cy="67833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193B7F9F-33F4-1FC2-541E-750BC5B8447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9179" y="2550206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99EAF41-F887-59DE-2189-EA3FCC2CE800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181223" y="2550206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953861A-03D9-DD59-4FFC-AE152317D23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0200" y="2550206"/>
            <a:ext cx="3531600" cy="914862"/>
          </a:xfrm>
        </p:spPr>
        <p:txBody>
          <a:bodyPr anchor="ctr" anchorCtr="0">
            <a:no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lang="en-GB" sz="2800" b="1" i="0" kern="1200" dirty="0">
                <a:solidFill>
                  <a:schemeClr val="accent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ABA1729D-44BF-B1B7-6F88-8F74F22EB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11233150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A19D7F28-6509-A140-B2B1-207881FED7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77658" y="1768812"/>
            <a:ext cx="11233149" cy="515303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1800" b="1" i="0" kern="1200" cap="all" baseline="0" dirty="0">
                <a:solidFill>
                  <a:schemeClr val="tx2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B5EC3B0D-FF44-F772-2245-268057E582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483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bilde 7">
            <a:extLst>
              <a:ext uri="{FF2B5EF4-FFF2-40B4-BE49-F238E27FC236}">
                <a16:creationId xmlns:a16="http://schemas.microsoft.com/office/drawing/2014/main" id="{0B6B2F4F-5B6B-8E4C-B0B9-4B90F5CA35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FA0B4A3A-C935-6F3A-9BBC-23BF4B0F1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788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6604E701-DD4A-274C-0BF3-62763F5EC427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9375" y="441900"/>
            <a:ext cx="11231436" cy="5650925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0B3988BF-4440-53F0-BA94-BCF1B7BC6E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144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ll-ou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F74F2470-AE2C-A44C-EF5A-61479D0209B7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79375" y="441901"/>
            <a:ext cx="11231436" cy="458730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420"/>
              </a:lnSpc>
              <a:buNone/>
              <a:defRPr sz="160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ontserrat" pitchFamily="2" charset="77"/>
              </a:defRPr>
            </a:lvl2pPr>
            <a:lvl3pPr marL="91440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Montserrat" pitchFamily="2" charset="77"/>
              </a:defRPr>
            </a:lvl3pPr>
            <a:lvl4pPr marL="1371600" indent="0">
              <a:lnSpc>
                <a:spcPct val="100000"/>
              </a:lnSpc>
              <a:buNone/>
              <a:defRPr sz="1100">
                <a:solidFill>
                  <a:schemeClr val="tx1"/>
                </a:solidFill>
                <a:latin typeface="Montserrat" pitchFamily="2" charset="77"/>
              </a:defRPr>
            </a:lvl4pPr>
            <a:lvl5pPr marL="1828800" indent="0">
              <a:lnSpc>
                <a:spcPct val="100000"/>
              </a:lnSpc>
              <a:buNone/>
              <a:defRPr sz="105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284D9587-ED15-459B-0163-034296C2ED55}"/>
              </a:ext>
            </a:extLst>
          </p:cNvPr>
          <p:cNvSpPr txBox="1">
            <a:spLocks/>
          </p:cNvSpPr>
          <p:nvPr userDrawn="1"/>
        </p:nvSpPr>
        <p:spPr>
          <a:xfrm>
            <a:off x="479425" y="5349196"/>
            <a:ext cx="11233150" cy="996043"/>
          </a:xfrm>
          <a:prstGeom prst="rect">
            <a:avLst/>
          </a:prstGeom>
          <a:solidFill>
            <a:schemeClr val="tx2"/>
          </a:solidFill>
        </p:spPr>
        <p:txBody>
          <a:bodyPr vert="horz" lIns="144000" tIns="144000" rIns="144000" bIns="144000" rtlCol="0" anchor="ctr" anchorCtr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2" name="Plassholder for innhold 2">
            <a:extLst>
              <a:ext uri="{FF2B5EF4-FFF2-40B4-BE49-F238E27FC236}">
                <a16:creationId xmlns:a16="http://schemas.microsoft.com/office/drawing/2014/main" id="{E720F73F-9339-98E4-CBB2-CC1F54679C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27166" y="5630562"/>
            <a:ext cx="10737669" cy="43331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ts val="2120"/>
              </a:lnSpc>
              <a:buNone/>
              <a:defRPr sz="1600" b="1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4400" b="1">
                <a:solidFill>
                  <a:schemeClr val="bg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4000" b="1">
                <a:solidFill>
                  <a:schemeClr val="bg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3600" b="1">
                <a:solidFill>
                  <a:schemeClr val="bg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3200" b="1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34350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,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479DE98-C827-9B3A-6A57-7B47741161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31083" y="6350"/>
            <a:ext cx="4560917" cy="68516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C31CDF3-3652-5696-0583-A1FCDA0B2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6658354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FC54EE70-2BE8-2394-5D6C-392D7857B4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9375" y="5158854"/>
            <a:ext cx="6658354" cy="118251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8A98FC1-A873-541A-0E68-C2925DDA96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9425" y="1756309"/>
            <a:ext cx="6658304" cy="2168525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Plassholder for innhold 2">
            <a:extLst>
              <a:ext uri="{FF2B5EF4-FFF2-40B4-BE49-F238E27FC236}">
                <a16:creationId xmlns:a16="http://schemas.microsoft.com/office/drawing/2014/main" id="{91DB35CF-F4A4-BADB-4F2C-3108E6D3A0D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9375" y="4139132"/>
            <a:ext cx="6658304" cy="801358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68C47C00-06E5-9FC5-A831-BD7A47663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91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,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479DE98-C827-9B3A-6A57-7B47741161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31083" y="6350"/>
            <a:ext cx="4560917" cy="68516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C31CDF3-3652-5696-0583-A1FCDA0B2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41900"/>
            <a:ext cx="6658354" cy="1019255"/>
          </a:xfrm>
        </p:spPr>
        <p:txBody>
          <a:bodyPr/>
          <a:lstStyle>
            <a:lvl1pPr>
              <a:defRPr sz="2400" cap="all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FC54EE70-2BE8-2394-5D6C-392D7857B4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79375" y="5158854"/>
            <a:ext cx="6658354" cy="1182510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8A98FC1-A873-541A-0E68-C2925DDA963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9425" y="1756309"/>
            <a:ext cx="3014663" cy="2168525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3" name="Chart Placeholder 9">
            <a:extLst>
              <a:ext uri="{FF2B5EF4-FFF2-40B4-BE49-F238E27FC236}">
                <a16:creationId xmlns:a16="http://schemas.microsoft.com/office/drawing/2014/main" id="{7AB83B49-3C1C-768B-80FB-36EB0ED40BB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123066" y="1756309"/>
            <a:ext cx="3014663" cy="2168525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Plassholder for innhold 2">
            <a:extLst>
              <a:ext uri="{FF2B5EF4-FFF2-40B4-BE49-F238E27FC236}">
                <a16:creationId xmlns:a16="http://schemas.microsoft.com/office/drawing/2014/main" id="{91DB35CF-F4A4-BADB-4F2C-3108E6D3A0D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79375" y="4139132"/>
            <a:ext cx="3014663" cy="801358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lassholder for innhold 2">
            <a:extLst>
              <a:ext uri="{FF2B5EF4-FFF2-40B4-BE49-F238E27FC236}">
                <a16:creationId xmlns:a16="http://schemas.microsoft.com/office/drawing/2014/main" id="{97E50EDC-8E07-8359-B736-C35145A17A7C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123065" y="4139132"/>
            <a:ext cx="3014663" cy="801358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600" b="0" i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F4D75AF9-AE4C-3BE7-9AB8-D7FE13D9FB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338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data and key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FA535758-FF18-0436-D2A1-331A412E20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6" y="441900"/>
            <a:ext cx="5616574" cy="58994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4400" b="1">
                <a:solidFill>
                  <a:schemeClr val="bg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4000" b="1">
                <a:solidFill>
                  <a:schemeClr val="bg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3600" b="1">
                <a:solidFill>
                  <a:schemeClr val="bg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3200" b="1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lassholder for innhold 2">
            <a:extLst>
              <a:ext uri="{FF2B5EF4-FFF2-40B4-BE49-F238E27FC236}">
                <a16:creationId xmlns:a16="http://schemas.microsoft.com/office/drawing/2014/main" id="{8EBBCE72-8EFD-78C1-E6F7-37D8B11C7BC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75426" y="441900"/>
            <a:ext cx="5137148" cy="58994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4400" b="1">
                <a:solidFill>
                  <a:schemeClr val="bg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4000" b="1">
                <a:solidFill>
                  <a:schemeClr val="bg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3600" b="1">
                <a:solidFill>
                  <a:schemeClr val="bg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3200" b="1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03CE9125-9B2D-CABF-F7D0-95BACD8D47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454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Image/data and key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FA535758-FF18-0436-D2A1-331A412E20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0" y="441900"/>
            <a:ext cx="5616574" cy="58994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4400" b="1">
                <a:solidFill>
                  <a:schemeClr val="bg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4000" b="1">
                <a:solidFill>
                  <a:schemeClr val="bg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3600" b="1">
                <a:solidFill>
                  <a:schemeClr val="bg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3200" b="1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142B66FF-5353-2481-5D93-425AA27CAE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79426" y="441900"/>
            <a:ext cx="5137148" cy="58994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4400" b="1">
                <a:solidFill>
                  <a:schemeClr val="bg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4000" b="1">
                <a:solidFill>
                  <a:schemeClr val="bg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3600" b="1">
                <a:solidFill>
                  <a:schemeClr val="bg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3200" b="1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logo with red text&#10;&#10;Description automatically generated">
            <a:extLst>
              <a:ext uri="{FF2B5EF4-FFF2-40B4-BE49-F238E27FC236}">
                <a16:creationId xmlns:a16="http://schemas.microsoft.com/office/drawing/2014/main" id="{D62D474D-F22F-94B8-34F2-CF32A526F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464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479DE98-C827-9B3A-6A57-7B47741161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75425" y="6350"/>
            <a:ext cx="5616575" cy="68516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FA535758-FF18-0436-D2A1-331A412E20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6" y="441900"/>
            <a:ext cx="5616574" cy="58994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4400" b="1">
                <a:solidFill>
                  <a:schemeClr val="bg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4000" b="1">
                <a:solidFill>
                  <a:schemeClr val="bg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3600" b="1">
                <a:solidFill>
                  <a:schemeClr val="bg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3200" b="1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25D03-C975-FF4E-D17C-2CC3AF9BE0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26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statement light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803F35B-8B96-5B22-0816-0983B3289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1671" y="1828799"/>
            <a:ext cx="6788658" cy="3200401"/>
          </a:xfrm>
        </p:spPr>
        <p:txBody>
          <a:bodyPr anchor="ctr" anchorCtr="0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57E9A-5057-9A73-55F8-E4E0BCD723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9248" y="-618584"/>
            <a:ext cx="11688722" cy="95068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B454C3-ADCA-83AD-E5B6-AE7AE05BDE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408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statement dark oran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803F35B-8B96-5B22-0816-0983B3289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1671" y="1828799"/>
            <a:ext cx="6788658" cy="3200401"/>
          </a:xfrm>
        </p:spPr>
        <p:txBody>
          <a:bodyPr anchor="ctr" anchorCtr="0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7206D-8964-3DDE-E954-CEF728C03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9248" y="-618584"/>
            <a:ext cx="11688722" cy="95068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96BA46-30AA-71D6-C003-97AE7D6880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537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statement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803F35B-8B96-5B22-0816-0983B3289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1671" y="1828799"/>
            <a:ext cx="6788658" cy="3200401"/>
          </a:xfrm>
        </p:spPr>
        <p:txBody>
          <a:bodyPr anchor="ctr" anchorCtr="0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69A1D-21E9-704E-6DE6-A2996BCBA6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9248" y="-618584"/>
            <a:ext cx="11688722" cy="95068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7F3C72B-D071-2B54-F22F-C02F5E97FC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6841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statement light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377EC-5D9D-1434-B589-CD150BCA95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43736" y="3729537"/>
            <a:ext cx="4286160" cy="3486077"/>
          </a:xfrm>
          <a:prstGeom prst="rect">
            <a:avLst/>
          </a:prstGeom>
        </p:spPr>
      </p:pic>
      <p:sp>
        <p:nvSpPr>
          <p:cNvPr id="9" name="Tittel 1">
            <a:extLst>
              <a:ext uri="{FF2B5EF4-FFF2-40B4-BE49-F238E27FC236}">
                <a16:creationId xmlns:a16="http://schemas.microsoft.com/office/drawing/2014/main" id="{3803F35B-8B96-5B22-0816-0983B3289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660" y="2364379"/>
            <a:ext cx="9594595" cy="1944385"/>
          </a:xfrm>
        </p:spPr>
        <p:txBody>
          <a:bodyPr anchor="t" anchorCtr="0">
            <a:noAutofit/>
          </a:bodyPr>
          <a:lstStyle>
            <a:lvl1pPr algn="l"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7737056A-845D-EE56-CFBE-6899F25BAF9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7660" y="1385424"/>
            <a:ext cx="9594595" cy="600129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3200" b="1" i="0" kern="1200" dirty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77D4F5-FC59-D84F-F8AA-18965A64FA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337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statement dark oran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926105F6-8F13-A164-592E-FC60B8B31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660" y="2364379"/>
            <a:ext cx="9594595" cy="1944385"/>
          </a:xfrm>
        </p:spPr>
        <p:txBody>
          <a:bodyPr anchor="t" anchorCtr="0">
            <a:noAutofit/>
          </a:bodyPr>
          <a:lstStyle>
            <a:lvl1pPr algn="l"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6DE3BF9-2830-4F37-5688-A9477EB198B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7660" y="1385424"/>
            <a:ext cx="9594595" cy="600129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3200" b="1" i="0" kern="1200" dirty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22628-1AB0-D64B-DF04-F6566C390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43736" y="3729537"/>
            <a:ext cx="4286160" cy="34860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CFB8AD-EFBB-B1ED-2E09-31F5DB798B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712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statement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FC5F574-8731-A9F5-B50F-2D42934426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660" y="2364379"/>
            <a:ext cx="9594595" cy="1944385"/>
          </a:xfrm>
        </p:spPr>
        <p:txBody>
          <a:bodyPr anchor="t" anchorCtr="0">
            <a:noAutofit/>
          </a:bodyPr>
          <a:lstStyle>
            <a:lvl1pPr algn="l"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46A7ABA8-1B06-35A5-36A0-CF61783D90E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77660" y="1385424"/>
            <a:ext cx="9594595" cy="600129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lang="en-GB" sz="3200" b="1" i="0" kern="1200" dirty="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B10DD-ED50-7758-A492-3874BFF4C8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43736" y="3729537"/>
            <a:ext cx="4286160" cy="34860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320DEFD-6C38-F25D-0FE9-C81F476E61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867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8479DE98-C827-9B3A-6A57-7B47741161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848826"/>
            <a:ext cx="12192000" cy="300917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FA535758-FF18-0436-D2A1-331A412E20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9426" y="441901"/>
            <a:ext cx="11231384" cy="221751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800" b="0" i="1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4400" b="1">
                <a:solidFill>
                  <a:schemeClr val="bg1"/>
                </a:solidFill>
                <a:latin typeface="Montserrat" pitchFamily="2" charset="77"/>
              </a:defRPr>
            </a:lvl2pPr>
            <a:lvl3pPr>
              <a:lnSpc>
                <a:spcPct val="100000"/>
              </a:lnSpc>
              <a:defRPr sz="4000" b="1">
                <a:solidFill>
                  <a:schemeClr val="bg1"/>
                </a:solidFill>
                <a:latin typeface="Montserrat" pitchFamily="2" charset="77"/>
              </a:defRPr>
            </a:lvl3pPr>
            <a:lvl4pPr>
              <a:lnSpc>
                <a:spcPct val="100000"/>
              </a:lnSpc>
              <a:defRPr sz="3600" b="1">
                <a:solidFill>
                  <a:schemeClr val="bg1"/>
                </a:solidFill>
                <a:latin typeface="Montserrat" pitchFamily="2" charset="77"/>
              </a:defRPr>
            </a:lvl4pPr>
            <a:lvl5pPr>
              <a:lnSpc>
                <a:spcPct val="100000"/>
              </a:lnSpc>
              <a:defRPr sz="3200" b="1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D8056D66-434A-BDDA-6601-4302AF98EBE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6" y="3056664"/>
            <a:ext cx="6396392" cy="394913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E3784-64A4-B41C-6A9E-D24FDF6F53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032434" y="88518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04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22A3C0-8F25-61B3-37B2-0A5009FC60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tel 1">
            <a:extLst>
              <a:ext uri="{FF2B5EF4-FFF2-40B4-BE49-F238E27FC236}">
                <a16:creationId xmlns:a16="http://schemas.microsoft.com/office/drawing/2014/main" id="{3803F35B-8B96-5B22-0816-0983B3289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138" y="1664523"/>
            <a:ext cx="8332498" cy="1588127"/>
          </a:xfrm>
        </p:spPr>
        <p:txBody>
          <a:bodyPr anchor="ctr" anchorCtr="0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Enter title here</a:t>
            </a:r>
            <a:endParaRPr lang="nb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9AE85-AD10-01DF-CFF2-D7B3F562E085}"/>
              </a:ext>
            </a:extLst>
          </p:cNvPr>
          <p:cNvSpPr txBox="1"/>
          <p:nvPr userDrawn="1"/>
        </p:nvSpPr>
        <p:spPr>
          <a:xfrm>
            <a:off x="497495" y="4207668"/>
            <a:ext cx="24883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  <a:t>Rue Varembé 7</a:t>
            </a:r>
            <a:b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</a:br>
            <a:r>
              <a:rPr lang="en-GB" sz="1000" dirty="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  <a:t>1202 Geneva, </a:t>
            </a:r>
            <a:br>
              <a:rPr lang="en-GB" sz="1000" dirty="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</a:br>
            <a:r>
              <a:rPr lang="en-GB" sz="1000" dirty="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  <a:t>Switzerland</a:t>
            </a:r>
            <a:b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</a:br>
            <a:r>
              <a:rPr lang="en-GB" sz="1000" dirty="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  <a:t>Mailing address:</a:t>
            </a:r>
            <a:b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</a:br>
            <a:r>
              <a:rPr lang="en-GB" sz="1000" dirty="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  <a:t>PO box 55, </a:t>
            </a:r>
            <a:r>
              <a:rPr lang="en-GB" sz="100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  <a:t>1211 Geneva </a:t>
            </a:r>
            <a:r>
              <a:rPr lang="en-GB" sz="1000" dirty="0">
                <a:solidFill>
                  <a:schemeClr val="bg1"/>
                </a:solidFill>
                <a:effectLst/>
                <a:latin typeface="Montserrat Medium" pitchFamily="2" charset="77"/>
                <a:cs typeface="Arial" panose="020B0604020202020204" pitchFamily="34" charset="0"/>
              </a:rPr>
              <a:t>20</a:t>
            </a:r>
            <a:endParaRPr lang="en-GB" sz="1000" dirty="0">
              <a:solidFill>
                <a:schemeClr val="bg1"/>
              </a:solidFill>
              <a:latin typeface="Montserrat Medium" pitchFamily="2" charset="77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16DFA-241A-7805-E3BE-C565FCE12F00}"/>
              </a:ext>
            </a:extLst>
          </p:cNvPr>
          <p:cNvSpPr txBox="1"/>
          <p:nvPr userDrawn="1"/>
        </p:nvSpPr>
        <p:spPr>
          <a:xfrm>
            <a:off x="497495" y="5266614"/>
            <a:ext cx="35531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  <a:t>Website: </a:t>
            </a:r>
            <a:r>
              <a:rPr lang="en-US" sz="1000" noProof="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</a:t>
            </a:r>
            <a:r>
              <a:rPr lang="en-GB" sz="1000" noProof="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ww.gainhealth.org</a:t>
            </a:r>
            <a:r>
              <a:rPr lang="en-GB" sz="1000" noProof="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  <a:t> </a:t>
            </a:r>
            <a:b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</a:br>
            <a: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  <a:t>Email: </a:t>
            </a:r>
            <a:r>
              <a:rPr lang="en-GB" sz="1000" noProof="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info@gainhealth.org</a:t>
            </a:r>
            <a:endParaRPr lang="en-GB" sz="1000" noProof="0" dirty="0">
              <a:solidFill>
                <a:schemeClr val="bg1"/>
              </a:solidFill>
              <a:latin typeface="Montserrat Medium" pitchFamily="2" charset="7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  <a:t>     @GAINAlliance</a:t>
            </a:r>
          </a:p>
          <a:p>
            <a:pPr>
              <a:lnSpc>
                <a:spcPct val="150000"/>
              </a:lnSpc>
            </a:pPr>
            <a:r>
              <a:rPr lang="en-GB" sz="10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  <a:t>     Global Alliance for Improved Nutrition</a:t>
            </a:r>
          </a:p>
          <a:p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897086-BD65-AB94-1E4B-89C83B02A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 contrast="-70000"/>
          </a:blip>
          <a:stretch>
            <a:fillRect/>
          </a:stretch>
        </p:blipFill>
        <p:spPr>
          <a:xfrm>
            <a:off x="586725" y="5691343"/>
            <a:ext cx="119286" cy="1151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DF3761-2CD7-103D-5D65-251E9CC14BA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100000" contrast="-70000"/>
          </a:blip>
          <a:stretch>
            <a:fillRect/>
          </a:stretch>
        </p:blipFill>
        <p:spPr>
          <a:xfrm>
            <a:off x="601679" y="5888027"/>
            <a:ext cx="76638" cy="1569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316E65-4DA2-CED0-E998-B37F6AD4459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408425" y="2214137"/>
            <a:ext cx="8419854" cy="68481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EB115-4639-399E-788F-01E65365CDA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1032434" y="236207"/>
            <a:ext cx="1040296" cy="4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523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red text&#10;&#10;Description automatically generated">
            <a:extLst>
              <a:ext uri="{FF2B5EF4-FFF2-40B4-BE49-F238E27FC236}">
                <a16:creationId xmlns:a16="http://schemas.microsoft.com/office/drawing/2014/main" id="{4FC54AB8-C687-AFC9-6FFC-0437B7D023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74" y="118209"/>
            <a:ext cx="1182757" cy="48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9E4BF29E-9D4F-6C49-9560-BA5BED92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504671"/>
            <a:ext cx="11233150" cy="77285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to edit title style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6C2AF76-7D2D-0148-A122-F585FAEC5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561251"/>
            <a:ext cx="11233150" cy="45423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08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4014" r:id="rId2"/>
    <p:sldLayoutId id="2147484007" r:id="rId3"/>
    <p:sldLayoutId id="2147484015" r:id="rId4"/>
    <p:sldLayoutId id="2147484017" r:id="rId5"/>
    <p:sldLayoutId id="2147484016" r:id="rId6"/>
    <p:sldLayoutId id="2147484057" r:id="rId7"/>
    <p:sldLayoutId id="2147484058" r:id="rId8"/>
    <p:sldLayoutId id="2147484018" r:id="rId9"/>
    <p:sldLayoutId id="2147484019" r:id="rId10"/>
    <p:sldLayoutId id="2147484048" r:id="rId11"/>
    <p:sldLayoutId id="2147484049" r:id="rId12"/>
    <p:sldLayoutId id="2147484055" r:id="rId13"/>
    <p:sldLayoutId id="2147484056" r:id="rId14"/>
    <p:sldLayoutId id="2147484021" r:id="rId15"/>
    <p:sldLayoutId id="2147484061" r:id="rId16"/>
    <p:sldLayoutId id="2147484060" r:id="rId17"/>
    <p:sldLayoutId id="2147484059" r:id="rId18"/>
    <p:sldLayoutId id="2147484022" r:id="rId19"/>
    <p:sldLayoutId id="2147484023" r:id="rId20"/>
    <p:sldLayoutId id="2147484062" r:id="rId21"/>
    <p:sldLayoutId id="2147484063" r:id="rId22"/>
    <p:sldLayoutId id="2147483974" r:id="rId23"/>
    <p:sldLayoutId id="2147483965" r:id="rId24"/>
    <p:sldLayoutId id="2147484024" r:id="rId25"/>
    <p:sldLayoutId id="2147484053" r:id="rId26"/>
    <p:sldLayoutId id="2147484052" r:id="rId27"/>
    <p:sldLayoutId id="2147484010" r:id="rId28"/>
    <p:sldLayoutId id="2147484025" r:id="rId29"/>
    <p:sldLayoutId id="2147484026" r:id="rId30"/>
    <p:sldLayoutId id="2147484020" r:id="rId31"/>
    <p:sldLayoutId id="2147484067" r:id="rId32"/>
    <p:sldLayoutId id="2147484068" r:id="rId33"/>
    <p:sldLayoutId id="2147484064" r:id="rId34"/>
    <p:sldLayoutId id="2147484069" r:id="rId35"/>
    <p:sldLayoutId id="2147484072" r:id="rId36"/>
    <p:sldLayoutId id="2147484066" r:id="rId37"/>
    <p:sldLayoutId id="2147484070" r:id="rId38"/>
    <p:sldLayoutId id="2147484065" r:id="rId39"/>
    <p:sldLayoutId id="2147484071" r:id="rId40"/>
    <p:sldLayoutId id="2147483967" r:id="rId41"/>
    <p:sldLayoutId id="2147484041" r:id="rId42"/>
    <p:sldLayoutId id="2147484027" r:id="rId43"/>
    <p:sldLayoutId id="2147484051" r:id="rId44"/>
    <p:sldLayoutId id="2147484050" r:id="rId45"/>
    <p:sldLayoutId id="2147484046" r:id="rId46"/>
    <p:sldLayoutId id="2147484047" r:id="rId47"/>
    <p:sldLayoutId id="2147484035" r:id="rId48"/>
    <p:sldLayoutId id="2147484028" r:id="rId49"/>
    <p:sldLayoutId id="2147484030" r:id="rId50"/>
    <p:sldLayoutId id="2147484073" r:id="rId51"/>
    <p:sldLayoutId id="2147484031" r:id="rId52"/>
    <p:sldLayoutId id="2147484032" r:id="rId53"/>
    <p:sldLayoutId id="2147484033" r:id="rId54"/>
    <p:sldLayoutId id="2147484039" r:id="rId55"/>
    <p:sldLayoutId id="2147484034" r:id="rId56"/>
    <p:sldLayoutId id="2147483975" r:id="rId5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Palatino" pitchFamily="2" charset="77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Montserrat" pitchFamily="2" charset="77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81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  <p15:guide id="6" orient="horz" pos="3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ygain.sharepoint.com/SitePages/GAIN-Gallery.aspx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elling fruits at a market&#10;&#10;Description automatically generated with low confidence">
            <a:extLst>
              <a:ext uri="{FF2B5EF4-FFF2-40B4-BE49-F238E27FC236}">
                <a16:creationId xmlns:a16="http://schemas.microsoft.com/office/drawing/2014/main" id="{43B4B4F3-48E6-5EE2-3A67-ECD671612E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97613" y="0"/>
            <a:ext cx="4894387" cy="68516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70F17-EBBB-D0AB-F63A-1531922BF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Examples and visuals for </a:t>
            </a:r>
            <a:br>
              <a:rPr lang="en-GB" dirty="0"/>
            </a:br>
            <a:r>
              <a:rPr lang="en-GB" dirty="0"/>
              <a:t>use in your daily work</a:t>
            </a:r>
          </a:p>
          <a:p>
            <a:r>
              <a:rPr lang="en-GB" sz="2000" i="1" dirty="0">
                <a:solidFill>
                  <a:schemeClr val="bg1"/>
                </a:solidFill>
              </a:rPr>
              <a:t>Please use the </a:t>
            </a:r>
            <a:r>
              <a:rPr lang="en-GB" sz="2000" i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GAIN Gallery</a:t>
            </a:r>
            <a:r>
              <a:rPr lang="en-GB" sz="2000" i="1" dirty="0">
                <a:solidFill>
                  <a:schemeClr val="bg1"/>
                </a:solidFill>
              </a:rPr>
              <a:t> for any images in your presentation, including other cover photos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D3851-13DF-318A-BBB8-D455C385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GB" dirty="0"/>
              <a:t>Guide on how to</a:t>
            </a:r>
            <a:br>
              <a:rPr lang="en-GB" dirty="0"/>
            </a:br>
            <a:r>
              <a:rPr lang="en-GB" dirty="0"/>
              <a:t>use this 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14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B4B4F3-48E6-5EE2-3A67-ECD67161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98692" y="6350"/>
            <a:ext cx="4892229" cy="68516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70F17-EBBB-D0AB-F63A-1531922BF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can use it with or</a:t>
            </a:r>
            <a:br>
              <a:rPr lang="en-GB" dirty="0"/>
            </a:br>
            <a:r>
              <a:rPr lang="en-GB" dirty="0"/>
              <a:t>without a subtitle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1D3851-13DF-318A-BBB8-D455C385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IS YOUR PREFERRED FRONT PAGE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5F434-17BD-64EA-5022-932B41D6D74D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17 / 07 / 2023</a:t>
            </a:r>
          </a:p>
        </p:txBody>
      </p:sp>
    </p:spTree>
    <p:extLst>
      <p:ext uri="{BB962C8B-B14F-4D97-AF65-F5344CB8AC3E}">
        <p14:creationId xmlns:p14="http://schemas.microsoft.com/office/powerpoint/2010/main" val="11942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38329E-9464-4CBD-9EEA-813399514770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dirty="0"/>
              <a:t>This PowerPoint template is created with the look and feel for GAIN</a:t>
            </a:r>
          </a:p>
          <a:p>
            <a:pPr lvl="1"/>
            <a:r>
              <a:rPr lang="en-US" dirty="0"/>
              <a:t>We have chosen templates that we believe meet your needs</a:t>
            </a:r>
          </a:p>
          <a:p>
            <a:pPr lvl="1"/>
            <a:r>
              <a:rPr lang="en-US" dirty="0"/>
              <a:t>We offer a great deal of variety within a consistent look and feel</a:t>
            </a:r>
          </a:p>
          <a:p>
            <a:pPr lvl="1"/>
            <a:r>
              <a:rPr lang="en-US" dirty="0"/>
              <a:t>We have included all the options in the template as example slides in this presentation – </a:t>
            </a:r>
            <a:br>
              <a:rPr lang="en-US" dirty="0"/>
            </a:br>
            <a:r>
              <a:rPr lang="en-US" dirty="0"/>
              <a:t>and briefly described how to use the template</a:t>
            </a:r>
          </a:p>
          <a:p>
            <a:pPr lvl="1"/>
            <a:r>
              <a:rPr lang="en-US" dirty="0"/>
              <a:t>By clicking “New Slide” you will be able to chose from a selection of pre-defined slide master templates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2B4BB4-EFB0-6F16-83C6-BF69011D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your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15682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4469-C9AC-FB23-B5B3-5E733EF6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This is your intro slide</a:t>
            </a:r>
            <a:br>
              <a:rPr lang="en-GB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23603-E2E8-C27A-7F6E-A95A9CE72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can use this slide to divide your presentation in chapters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0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38329E-9464-4CBD-9EEA-813399514770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US" dirty="0"/>
              <a:t>You can add text…</a:t>
            </a:r>
          </a:p>
          <a:p>
            <a:pPr lvl="1"/>
            <a:r>
              <a:rPr lang="en-US" dirty="0"/>
              <a:t>Or visuals</a:t>
            </a:r>
          </a:p>
          <a:p>
            <a:pPr lvl="2"/>
            <a:r>
              <a:rPr lang="en-US" dirty="0"/>
              <a:t>Or use Smart Art figures</a:t>
            </a:r>
          </a:p>
          <a:p>
            <a:pPr lvl="3"/>
            <a:r>
              <a:rPr lang="en-US" dirty="0"/>
              <a:t>Or add graphs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2B4BB4-EFB0-6F16-83C6-BF69011D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THE TEMPLATE you probably will use the most </a:t>
            </a:r>
          </a:p>
        </p:txBody>
      </p:sp>
    </p:spTree>
    <p:extLst>
      <p:ext uri="{BB962C8B-B14F-4D97-AF65-F5344CB8AC3E}">
        <p14:creationId xmlns:p14="http://schemas.microsoft.com/office/powerpoint/2010/main" val="94700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CD16-0587-13AF-1997-AEFE1F70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template works with two columns of text…</a:t>
            </a:r>
            <a:br>
              <a:rPr lang="en-GB" dirty="0"/>
            </a:br>
            <a:br>
              <a:rPr lang="en-GB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125B7D-7947-074B-1561-E9923FF3243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... or with a combination of text and visuals.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95DC5D-EC66-8032-FCA5-32A047F48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79425" y="1768475"/>
            <a:ext cx="5373180" cy="3422650"/>
          </a:xfrm>
        </p:spPr>
      </p:pic>
    </p:spTree>
    <p:extLst>
      <p:ext uri="{BB962C8B-B14F-4D97-AF65-F5344CB8AC3E}">
        <p14:creationId xmlns:p14="http://schemas.microsoft.com/office/powerpoint/2010/main" val="87906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CD16-0587-13AF-1997-AEFE1F70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Here you can have three columns with text and visuals</a:t>
            </a:r>
            <a:br>
              <a:rPr lang="en-GB" dirty="0">
                <a:solidFill>
                  <a:srgbClr val="24366D"/>
                </a:solidFill>
                <a:effectLst/>
                <a:latin typeface="Helvetica" pitchFamily="2" charset="0"/>
              </a:rPr>
            </a:br>
            <a:endParaRPr lang="en-US" dirty="0"/>
          </a:p>
        </p:txBody>
      </p:sp>
      <p:pic>
        <p:nvPicPr>
          <p:cNvPr id="6" name="Content Placeholder 5" descr="A close-up of a baby&#10;&#10;Description automatically generated">
            <a:extLst>
              <a:ext uri="{FF2B5EF4-FFF2-40B4-BE49-F238E27FC236}">
                <a16:creationId xmlns:a16="http://schemas.microsoft.com/office/drawing/2014/main" id="{D7A184A5-B3C0-3D48-A299-E5DAF773A874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425" y="1768811"/>
            <a:ext cx="3530600" cy="4149388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3871A-FC35-3149-64B5-D68B657E84BB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>
            <a:noAutofit/>
          </a:bodyPr>
          <a:lstStyle/>
          <a:p>
            <a:r>
              <a:rPr lang="en-GB" dirty="0"/>
              <a:t>PowerPoint offers many options for visual support </a:t>
            </a:r>
            <a:br>
              <a:rPr lang="en-GB" dirty="0"/>
            </a:br>
            <a:r>
              <a:rPr lang="en-GB" dirty="0"/>
              <a:t>and animation.</a:t>
            </a:r>
          </a:p>
          <a:p>
            <a:r>
              <a:rPr lang="en-GB" dirty="0"/>
              <a:t>The trick is to use everything carefully and with a purpose.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C862F88-7D02-73C6-CD24-156946E2BA5C}"/>
              </a:ext>
            </a:extLst>
          </p:cNvPr>
          <p:cNvGraphicFramePr>
            <a:graphicFrameLocks noGrp="1"/>
          </p:cNvGraphicFramePr>
          <p:nvPr>
            <p:ph idx="20"/>
            <p:extLst>
              <p:ext uri="{D42A27DB-BD31-4B8C-83A1-F6EECF244321}">
                <p14:modId xmlns:p14="http://schemas.microsoft.com/office/powerpoint/2010/main" val="2942603832"/>
              </p:ext>
            </p:extLst>
          </p:nvPr>
        </p:nvGraphicFramePr>
        <p:xfrm>
          <a:off x="8180388" y="1768475"/>
          <a:ext cx="3532187" cy="207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4517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0">
            <a:extLst>
              <a:ext uri="{FF2B5EF4-FFF2-40B4-BE49-F238E27FC236}">
                <a16:creationId xmlns:a16="http://schemas.microsoft.com/office/drawing/2014/main" id="{DDC3B4EB-AFAE-7DBE-1795-B429D66F8C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948258"/>
              </p:ext>
            </p:extLst>
          </p:nvPr>
        </p:nvGraphicFramePr>
        <p:xfrm>
          <a:off x="3352585" y="1762125"/>
          <a:ext cx="2613025" cy="4295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63CD16-0587-13AF-1997-AEFE1F70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Here is another option for four elements, visuals and text</a:t>
            </a:r>
            <a:br>
              <a:rPr lang="en-GB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562D9-EF6B-6F07-7BC8-471F36471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A picture is worth </a:t>
            </a:r>
            <a:br>
              <a:rPr lang="en-GB" dirty="0"/>
            </a:br>
            <a:r>
              <a:rPr lang="en-GB" dirty="0"/>
              <a:t>a thousand words.</a:t>
            </a:r>
          </a:p>
        </p:txBody>
      </p:sp>
      <p:pic>
        <p:nvPicPr>
          <p:cNvPr id="10" name="Content Placeholder 9" descr="A person holding a bunch of bananas&#10;&#10;Description automatically generated">
            <a:extLst>
              <a:ext uri="{FF2B5EF4-FFF2-40B4-BE49-F238E27FC236}">
                <a16:creationId xmlns:a16="http://schemas.microsoft.com/office/drawing/2014/main" id="{C8648A59-95EE-8698-9883-B98B7D4F7567}"/>
              </a:ext>
            </a:extLst>
          </p:cNvPr>
          <p:cNvPicPr>
            <a:picLocks noGrp="1" noChangeAspect="1"/>
          </p:cNvPicPr>
          <p:nvPr>
            <p:ph idx="2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1"/>
          <a:stretch/>
        </p:blipFill>
        <p:spPr>
          <a:xfrm>
            <a:off x="9099550" y="1761935"/>
            <a:ext cx="2613025" cy="4295966"/>
          </a:xfr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711D52B-7D70-E545-A993-974A013E4F00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n-US" dirty="0"/>
              <a:t>You can add text…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Or visuals</a:t>
            </a:r>
          </a:p>
          <a:p>
            <a:pPr lvl="2"/>
            <a:r>
              <a:rPr lang="en-US" sz="1200" dirty="0"/>
              <a:t>Or use Smart </a:t>
            </a:r>
            <a:br>
              <a:rPr lang="en-US" sz="1200" dirty="0"/>
            </a:br>
            <a:r>
              <a:rPr lang="en-US" sz="1200" dirty="0"/>
              <a:t>Art figures</a:t>
            </a:r>
          </a:p>
          <a:p>
            <a:pPr lvl="3"/>
            <a:r>
              <a:rPr lang="en-US" sz="1100" dirty="0"/>
              <a:t>Or add </a:t>
            </a:r>
            <a:br>
              <a:rPr lang="en-US" sz="1100" dirty="0"/>
            </a:br>
            <a:r>
              <a:rPr lang="en-US" sz="1100" dirty="0"/>
              <a:t>graphs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53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CBC73-6A07-06FD-4E09-850DA68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this if you desire contrast or have sub-headlines</a:t>
            </a:r>
            <a:br>
              <a:rPr lang="en-GB" dirty="0">
                <a:solidFill>
                  <a:srgbClr val="24366D"/>
                </a:solidFill>
                <a:effectLst/>
                <a:latin typeface="Helvetica" pitchFamily="2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29176-0FA4-AC4E-DC1B-6EA21A8BAF5F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rPr lang="en-US" dirty="0"/>
              <a:t>THE WORLD IS ROUND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77E4A-D3DE-9013-88BE-7BFD990544F6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GB" dirty="0"/>
              <a:t>Seen from space there is no doubt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C92C2-D252-5DEA-3E3C-9C8A822437C0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rPr lang="en-US" dirty="0"/>
              <a:t>THE WORLD IS FLAT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56C12-94A4-7B32-4023-2171C67ABE80}"/>
              </a:ext>
            </a:extLst>
          </p:cNvPr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r>
              <a:rPr lang="en-GB" dirty="0"/>
              <a:t>Seen from space there is no doubt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83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562D9-EF6B-6F07-7BC8-471F364710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You can include text, graph, picture or smart art in each of the eight boxes…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3871A-FC35-3149-64B5-D68B657E84B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85391C-07D4-24BF-64B0-3A07B3F92CB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210660-FCAE-B131-5D78-E435312276EC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62C22A-FD52-1EC2-72B5-63207C9B4B65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9832E-2630-BD77-51D9-A43EFB87F568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FF8619-CE5C-C0A1-8864-227594463F61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997B69-C380-4315-40DF-26E0C8DE1EE9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3CD16-0587-13AF-1997-AEFE1F70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template works for many pictures or graphs</a:t>
            </a:r>
            <a:br>
              <a:rPr lang="en-GB" dirty="0">
                <a:solidFill>
                  <a:srgbClr val="24366D"/>
                </a:solidFill>
                <a:effectLst/>
                <a:latin typeface="Helvetica" pitchFamily="2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438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18F287-11FB-8FA5-3344-11A0AFDFC2E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>
              <a:lnSpc>
                <a:spcPts val="2180"/>
              </a:lnSpc>
              <a:buNone/>
            </a:pPr>
            <a:r>
              <a:rPr lang="en-GB" sz="1800" b="1" dirty="0">
                <a:cs typeface="Arial" panose="020B0604020202020204" pitchFamily="34" charset="0"/>
              </a:rPr>
              <a:t>The three C’s: </a:t>
            </a:r>
            <a:r>
              <a:rPr lang="en-GB" sz="1800" dirty="0">
                <a:cs typeface="Arial" panose="020B0604020202020204" pitchFamily="34" charset="0"/>
              </a:rPr>
              <a:t>climate, covid and conflict</a:t>
            </a:r>
            <a:r>
              <a:rPr lang="en-GB" sz="1800" dirty="0">
                <a:cs typeface="Arial" panose="020B0604020202020204" pitchFamily="34" charset="0"/>
                <a:sym typeface="Wingdings" pitchFamily="2" charset="2"/>
              </a:rPr>
              <a:t> are creating </a:t>
            </a:r>
            <a:r>
              <a:rPr lang="en-GB" sz="1800" b="1" dirty="0">
                <a:solidFill>
                  <a:srgbClr val="B20933"/>
                </a:solidFill>
                <a:cs typeface="Arial" panose="020B0604020202020204" pitchFamily="34" charset="0"/>
                <a:sym typeface="Wingdings" pitchFamily="2" charset="2"/>
              </a:rPr>
              <a:t>havoc in </a:t>
            </a:r>
            <a:br>
              <a:rPr lang="en-GB" sz="1800" b="1" dirty="0">
                <a:solidFill>
                  <a:srgbClr val="B20933"/>
                </a:solidFill>
                <a:cs typeface="Arial" panose="020B0604020202020204" pitchFamily="34" charset="0"/>
                <a:sym typeface="Wingdings" pitchFamily="2" charset="2"/>
              </a:rPr>
            </a:br>
            <a:r>
              <a:rPr lang="en-GB" sz="1800" b="1" dirty="0">
                <a:solidFill>
                  <a:srgbClr val="B20933"/>
                </a:solidFill>
                <a:cs typeface="Arial" panose="020B0604020202020204" pitchFamily="34" charset="0"/>
                <a:sym typeface="Wingdings" pitchFamily="2" charset="2"/>
              </a:rPr>
              <a:t>terms of</a:t>
            </a:r>
            <a:r>
              <a:rPr lang="en-GB" sz="1800" b="1" dirty="0">
                <a:solidFill>
                  <a:srgbClr val="B20933"/>
                </a:solidFill>
                <a:cs typeface="Arial" panose="020B0604020202020204" pitchFamily="34" charset="0"/>
              </a:rPr>
              <a:t> hunger and malnutrition:</a:t>
            </a:r>
            <a:endParaRPr lang="en-GB" sz="1800" b="1" dirty="0">
              <a:solidFill>
                <a:srgbClr val="B20933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34157-A1EE-274C-FC2F-CA35C51650F1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800 </a:t>
            </a:r>
            <a:br>
              <a:rPr lang="en-GB" sz="2800" b="1" dirty="0">
                <a:solidFill>
                  <a:schemeClr val="accent2"/>
                </a:solidFill>
              </a:rPr>
            </a:br>
            <a:r>
              <a:rPr lang="en-GB" sz="2800" b="1" dirty="0">
                <a:solidFill>
                  <a:schemeClr val="accent2"/>
                </a:solidFill>
              </a:rPr>
              <a:t>million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4E503-FA64-B744-7690-C131AB94E11F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 algn="ctr"/>
            <a:r>
              <a:rPr lang="en-GB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Going to bed hungry</a:t>
            </a:r>
            <a:endParaRPr lang="en-GB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B7FF8-08F9-9551-C8C4-CE3B0E2E09E8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14288" lvl="1" algn="ctr" fontAlgn="base">
              <a:buSzPts val="1000"/>
              <a:tabLst>
                <a:tab pos="457200" algn="l"/>
              </a:tabLst>
            </a:pPr>
            <a:r>
              <a:rPr lang="en-GB" sz="2800" b="1" dirty="0">
                <a:solidFill>
                  <a:schemeClr val="accent2"/>
                </a:solidFill>
                <a:latin typeface="Montserrat" pitchFamily="2" charset="77"/>
              </a:rPr>
              <a:t>+10m and </a:t>
            </a:r>
            <a:br>
              <a:rPr lang="en-GB" sz="2800" b="1" dirty="0">
                <a:solidFill>
                  <a:schemeClr val="accent2"/>
                </a:solidFill>
                <a:latin typeface="Montserrat" pitchFamily="2" charset="77"/>
              </a:rPr>
            </a:br>
            <a:r>
              <a:rPr lang="en-GB" sz="2800" b="1" dirty="0">
                <a:solidFill>
                  <a:schemeClr val="accent2"/>
                </a:solidFill>
                <a:latin typeface="Montserrat" pitchFamily="2" charset="77"/>
              </a:rPr>
              <a:t>stunting </a:t>
            </a:r>
            <a:br>
              <a:rPr lang="en-GB" sz="2800" b="1" dirty="0">
                <a:solidFill>
                  <a:schemeClr val="accent2"/>
                </a:solidFill>
                <a:latin typeface="Montserrat" pitchFamily="2" charset="77"/>
              </a:rPr>
            </a:br>
            <a:r>
              <a:rPr lang="en-GB" sz="2800" b="1" dirty="0">
                <a:solidFill>
                  <a:schemeClr val="accent2"/>
                </a:solidFill>
                <a:latin typeface="Montserrat" pitchFamily="2" charset="77"/>
              </a:rPr>
              <a:t>+ 2-3m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05B07-E763-9852-F0BF-C43B2AB7316A}"/>
              </a:ext>
            </a:extLst>
          </p:cNvPr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pPr marL="14288" lvl="1" algn="ctr" fontAlgn="base">
              <a:buSzPts val="1000"/>
              <a:tabLst>
                <a:tab pos="457200" algn="l"/>
              </a:tabLst>
            </a:pPr>
            <a:r>
              <a:rPr lang="en-GB" sz="1600" dirty="0">
                <a:latin typeface="Montserrat" pitchFamily="2" charset="77"/>
              </a:rPr>
              <a:t>Projected covid </a:t>
            </a:r>
            <a:br>
              <a:rPr lang="en-GB" sz="1600" dirty="0">
                <a:latin typeface="Montserrat" pitchFamily="2" charset="77"/>
              </a:rPr>
            </a:br>
            <a:r>
              <a:rPr lang="en-GB" sz="1600" dirty="0">
                <a:latin typeface="Montserrat" pitchFamily="2" charset="77"/>
              </a:rPr>
              <a:t>impacts on wasting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D75449-655B-73AD-B7B7-E4777BB98ACF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3 billion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B16884-2419-852D-0E1D-6D4BE4729386}"/>
              </a:ext>
            </a:extLst>
          </p:cNvPr>
          <p:cNvSpPr>
            <a:spLocks noGrp="1"/>
          </p:cNvSpPr>
          <p:nvPr>
            <p:ph idx="27"/>
          </p:nvPr>
        </p:nvSpPr>
        <p:spPr/>
        <p:txBody>
          <a:bodyPr/>
          <a:lstStyle/>
          <a:p>
            <a:pPr algn="ctr"/>
            <a:r>
              <a:rPr lang="en-GB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Cannot afford a healthy </a:t>
            </a:r>
            <a:br>
              <a:rPr lang="en-GB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GB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diet (80% of Africans)</a:t>
            </a:r>
            <a:endParaRPr lang="en-GB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50EB4B-FB5A-D490-0E06-2C67D3AD077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algn="ctr"/>
            <a:r>
              <a:rPr lang="en-GB" sz="2800" b="1" dirty="0">
                <a:solidFill>
                  <a:schemeClr val="accent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3-4 billion</a:t>
            </a:r>
            <a:endParaRPr lang="en-GB" sz="2800" b="1" dirty="0">
              <a:solidFill>
                <a:schemeClr val="accent2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490D74-7872-81E5-B93F-279F26B14D2B}"/>
              </a:ext>
            </a:extLst>
          </p:cNvPr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 algn="ctr"/>
            <a:r>
              <a:rPr lang="en-GB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Suffering from </a:t>
            </a:r>
            <a:br>
              <a:rPr lang="en-GB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GB" sz="16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micronutrient deficiencies</a:t>
            </a:r>
            <a:endParaRPr lang="en-GB" sz="16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5CB0887-39BE-3FCE-C2D7-0B9DFA4A2BEE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>
            <a:noAutofit/>
          </a:bodyPr>
          <a:lstStyle/>
          <a:p>
            <a:pPr marL="14288" lvl="1" algn="r" fontAlgn="base">
              <a:buSzPts val="1000"/>
              <a:tabLst>
                <a:tab pos="457200" algn="l"/>
              </a:tabLst>
            </a:pPr>
            <a:r>
              <a:rPr lang="en-GB" sz="1600" b="1" dirty="0">
                <a:latin typeface="Montserrat" pitchFamily="2" charset="77"/>
              </a:rPr>
              <a:t>FOOD SECURITY AND FOOD SYSTEMS ARE </a:t>
            </a:r>
            <a:br>
              <a:rPr lang="en-GB" sz="1600" b="1" dirty="0">
                <a:latin typeface="Montserrat" pitchFamily="2" charset="77"/>
              </a:rPr>
            </a:br>
            <a:r>
              <a:rPr lang="en-GB" sz="1600" b="1" dirty="0">
                <a:solidFill>
                  <a:srgbClr val="B20933"/>
                </a:solidFill>
                <a:latin typeface="Montserrat" pitchFamily="2" charset="77"/>
              </a:rPr>
              <a:t>RAPIDLY MOVING UP THE POLITICAL AGENDA.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5409E73-9F6C-191A-9B8C-C9525485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Here YOU CAN HAVE STRONG text and key data</a:t>
            </a:r>
            <a:br>
              <a:rPr lang="en-GB" dirty="0">
                <a:solidFill>
                  <a:srgbClr val="24366D"/>
                </a:solidFill>
                <a:effectLst/>
                <a:latin typeface="Helvetica" pitchFamily="2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74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286A-3A81-FEF5-73E5-09112B75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template is a combination of GRAPHICS and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0D3C7-F9A7-3C94-D525-82E803D5A71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add text here...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3468F-6059-A3C2-A784-1E619C29CA9F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...and here.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Add your graphic data on the right.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E05BF98-4687-F03C-F7A2-B24FF27A2A53}"/>
              </a:ext>
            </a:extLst>
          </p:cNvPr>
          <p:cNvGraphicFramePr>
            <a:graphicFrameLocks noGrp="1"/>
          </p:cNvGraphicFramePr>
          <p:nvPr>
            <p:ph sz="half" idx="20"/>
            <p:extLst>
              <p:ext uri="{D42A27DB-BD31-4B8C-83A1-F6EECF244321}">
                <p14:modId xmlns:p14="http://schemas.microsoft.com/office/powerpoint/2010/main" val="4223326782"/>
              </p:ext>
            </p:extLst>
          </p:nvPr>
        </p:nvGraphicFramePr>
        <p:xfrm>
          <a:off x="6335713" y="1755775"/>
          <a:ext cx="5370512" cy="4586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014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1AFF9-208A-2365-9BC7-A3BBAF78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 IS ANOTHER 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8C18E-A5A7-30CF-C8D4-0950095D31A6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You can add text here...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3C7B0-E120-9D83-D555-4B8041B2BBFD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rPr lang="en-US" dirty="0"/>
              <a:t>CHART HEADLINE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16CB03A-534C-7EEA-19DF-4F864F9DD868}"/>
              </a:ext>
            </a:extLst>
          </p:cNvPr>
          <p:cNvGraphicFramePr>
            <a:graphicFrameLocks noGrp="1"/>
          </p:cNvGraphicFramePr>
          <p:nvPr>
            <p:ph idx="25"/>
            <p:extLst>
              <p:ext uri="{D42A27DB-BD31-4B8C-83A1-F6EECF244321}">
                <p14:modId xmlns:p14="http://schemas.microsoft.com/office/powerpoint/2010/main" val="374780355"/>
              </p:ext>
            </p:extLst>
          </p:nvPr>
        </p:nvGraphicFramePr>
        <p:xfrm>
          <a:off x="6337124" y="4716783"/>
          <a:ext cx="5373688" cy="1864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693E8A-1AA5-0B7F-9FEA-1CFA0FCBCFC7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Chart headline</a:t>
            </a:r>
          </a:p>
        </p:txBody>
      </p:sp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A9250DFE-9B4A-54CD-6FDE-891242F8AB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298159"/>
              </p:ext>
            </p:extLst>
          </p:nvPr>
        </p:nvGraphicFramePr>
        <p:xfrm>
          <a:off x="6489700" y="2156900"/>
          <a:ext cx="5373688" cy="1864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21444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9FDAB78-4FF7-EBC2-90C8-F2D0B5AC37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3378772"/>
              </p:ext>
            </p:extLst>
          </p:nvPr>
        </p:nvGraphicFramePr>
        <p:xfrm>
          <a:off x="4123065" y="1752243"/>
          <a:ext cx="3014663" cy="216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A3DC60B-2D14-7F35-4C07-E1BACED9F3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998405"/>
              </p:ext>
            </p:extLst>
          </p:nvPr>
        </p:nvGraphicFramePr>
        <p:xfrm>
          <a:off x="479374" y="1707739"/>
          <a:ext cx="3014663" cy="2213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Placeholder 5" descr="A person and person sitting on the grass&#10;&#10;Description automatically generated">
            <a:extLst>
              <a:ext uri="{FF2B5EF4-FFF2-40B4-BE49-F238E27FC236}">
                <a16:creationId xmlns:a16="http://schemas.microsoft.com/office/drawing/2014/main" id="{40D19CE6-B55F-621D-4A3A-59F8FB3DC7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D93DD3C-B5D3-6305-03EA-95787E27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 IS ANOTHER VARIANT WITH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B16AD-EA06-A018-9E09-B806D1F4D608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>
            <a:noAutofit/>
          </a:bodyPr>
          <a:lstStyle/>
          <a:p>
            <a:r>
              <a:rPr lang="en-GB" sz="1600" dirty="0">
                <a:latin typeface="Montserrat SemiBold" pitchFamily="2" charset="77"/>
              </a:rPr>
              <a:t>You can add text here</a:t>
            </a:r>
            <a:endParaRPr lang="en-GB" sz="1600" dirty="0">
              <a:solidFill>
                <a:schemeClr val="bg1">
                  <a:lumMod val="75000"/>
                </a:schemeClr>
              </a:solidFill>
              <a:effectLst/>
            </a:endParaRP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A9613C-E2C4-0C7B-E086-FB3976E88F20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of children 6-59 months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DDC947-BDD6-A52B-2FA6-D16E7144DBEB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pPr algn="ctr"/>
            <a:r>
              <a:rPr lang="en-GB" sz="1600" dirty="0"/>
              <a:t>of non pregnant </a:t>
            </a:r>
            <a:br>
              <a:rPr lang="en-GB" sz="1600" dirty="0"/>
            </a:br>
            <a:r>
              <a:rPr lang="en-GB" sz="1600" dirty="0"/>
              <a:t>women 15-49 years</a:t>
            </a:r>
          </a:p>
          <a:p>
            <a:endParaRPr lang="en-US" dirty="0"/>
          </a:p>
        </p:txBody>
      </p:sp>
      <p:sp>
        <p:nvSpPr>
          <p:cNvPr id="15" name="Plassholder for innhold 2">
            <a:extLst>
              <a:ext uri="{FF2B5EF4-FFF2-40B4-BE49-F238E27FC236}">
                <a16:creationId xmlns:a16="http://schemas.microsoft.com/office/drawing/2014/main" id="{FC6EE098-7EF6-F4DB-233E-83030A241560}"/>
              </a:ext>
            </a:extLst>
          </p:cNvPr>
          <p:cNvSpPr txBox="1">
            <a:spLocks/>
          </p:cNvSpPr>
          <p:nvPr/>
        </p:nvSpPr>
        <p:spPr>
          <a:xfrm>
            <a:off x="1139642" y="2515938"/>
            <a:ext cx="1830649" cy="70581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400" b="1" dirty="0">
                <a:solidFill>
                  <a:schemeClr val="accent2"/>
                </a:solidFill>
              </a:rPr>
              <a:t>56%</a:t>
            </a:r>
          </a:p>
        </p:txBody>
      </p:sp>
      <p:sp>
        <p:nvSpPr>
          <p:cNvPr id="16" name="Plassholder for innhold 2">
            <a:extLst>
              <a:ext uri="{FF2B5EF4-FFF2-40B4-BE49-F238E27FC236}">
                <a16:creationId xmlns:a16="http://schemas.microsoft.com/office/drawing/2014/main" id="{5E9C3499-F3DF-BF4E-F0E1-CE3DD2165309}"/>
              </a:ext>
            </a:extLst>
          </p:cNvPr>
          <p:cNvSpPr txBox="1">
            <a:spLocks/>
          </p:cNvSpPr>
          <p:nvPr/>
        </p:nvSpPr>
        <p:spPr>
          <a:xfrm>
            <a:off x="4440495" y="2515938"/>
            <a:ext cx="2244131" cy="7289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Montserrat" pitchFamily="2" charset="77"/>
                <a:ea typeface="Palatino" pitchFamily="2" charset="77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400" b="1" dirty="0">
                <a:solidFill>
                  <a:schemeClr val="accent2"/>
                </a:solidFill>
              </a:rPr>
              <a:t>69%</a:t>
            </a:r>
          </a:p>
        </p:txBody>
      </p:sp>
    </p:spTree>
    <p:extLst>
      <p:ext uri="{BB962C8B-B14F-4D97-AF65-F5344CB8AC3E}">
        <p14:creationId xmlns:p14="http://schemas.microsoft.com/office/powerpoint/2010/main" val="3947929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Placeholder 2">
            <a:extLst>
              <a:ext uri="{FF2B5EF4-FFF2-40B4-BE49-F238E27FC236}">
                <a16:creationId xmlns:a16="http://schemas.microsoft.com/office/drawing/2014/main" id="{94B679A3-2CF4-7DF6-5EEF-7639563AD4C3}"/>
              </a:ext>
            </a:extLst>
          </p:cNvPr>
          <p:cNvGraphicFramePr>
            <a:graphicFrameLocks noGrp="1"/>
          </p:cNvGraphicFramePr>
          <p:nvPr>
            <p:ph type="chart" sz="quarter" idx="4294967295"/>
            <p:extLst>
              <p:ext uri="{D42A27DB-BD31-4B8C-83A1-F6EECF244321}">
                <p14:modId xmlns:p14="http://schemas.microsoft.com/office/powerpoint/2010/main" val="3257375389"/>
              </p:ext>
            </p:extLst>
          </p:nvPr>
        </p:nvGraphicFramePr>
        <p:xfrm>
          <a:off x="479425" y="441325"/>
          <a:ext cx="11231563" cy="565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10477B7-C880-4A0C-3B30-30C5E29094AE}"/>
              </a:ext>
            </a:extLst>
          </p:cNvPr>
          <p:cNvSpPr txBox="1"/>
          <p:nvPr/>
        </p:nvSpPr>
        <p:spPr>
          <a:xfrm>
            <a:off x="479425" y="272048"/>
            <a:ext cx="4782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This is a template for large graphics / images</a:t>
            </a:r>
          </a:p>
        </p:txBody>
      </p:sp>
    </p:spTree>
    <p:extLst>
      <p:ext uri="{BB962C8B-B14F-4D97-AF65-F5344CB8AC3E}">
        <p14:creationId xmlns:p14="http://schemas.microsoft.com/office/powerpoint/2010/main" val="880118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6" descr="A person holding a pile of carrots&#10;&#10;Description automatically generated">
            <a:extLst>
              <a:ext uri="{FF2B5EF4-FFF2-40B4-BE49-F238E27FC236}">
                <a16:creationId xmlns:a16="http://schemas.microsoft.com/office/drawing/2014/main" id="{C936827F-0519-98B0-4FBE-ECE60F2BE46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7661" y="441901"/>
            <a:ext cx="11233150" cy="4587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A733-C2F8-1C81-D54C-87BDE608D92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Here you can have a big image / chart with a short, strong statement</a:t>
            </a:r>
          </a:p>
        </p:txBody>
      </p:sp>
    </p:spTree>
    <p:extLst>
      <p:ext uri="{BB962C8B-B14F-4D97-AF65-F5344CB8AC3E}">
        <p14:creationId xmlns:p14="http://schemas.microsoft.com/office/powerpoint/2010/main" val="1067802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749308-5EDF-CF87-5122-EBEE32A8C87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Here a </a:t>
            </a:r>
            <a:r>
              <a:rPr lang="en-GB" dirty="0">
                <a:solidFill>
                  <a:schemeClr val="accent2"/>
                </a:solidFill>
              </a:rPr>
              <a:t>strong text </a:t>
            </a:r>
            <a:r>
              <a:rPr lang="en-GB" dirty="0"/>
              <a:t>can</a:t>
            </a:r>
          </a:p>
          <a:p>
            <a:r>
              <a:rPr lang="en-GB" dirty="0"/>
              <a:t>accompany the chart 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46A5E6-C378-1D71-8D21-CDE7AE7372D1}"/>
              </a:ext>
            </a:extLst>
          </p:cNvPr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672457920"/>
              </p:ext>
            </p:extLst>
          </p:nvPr>
        </p:nvGraphicFramePr>
        <p:xfrm>
          <a:off x="6575425" y="441325"/>
          <a:ext cx="5137150" cy="5900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9F2D69C-7019-9016-FA03-34DAC4BE15D5}"/>
              </a:ext>
            </a:extLst>
          </p:cNvPr>
          <p:cNvSpPr txBox="1"/>
          <p:nvPr/>
        </p:nvSpPr>
        <p:spPr>
          <a:xfrm>
            <a:off x="-1884556" y="51407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5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sitting on the ground with bags of carrots&#10;&#10;Description automatically generated">
            <a:extLst>
              <a:ext uri="{FF2B5EF4-FFF2-40B4-BE49-F238E27FC236}">
                <a16:creationId xmlns:a16="http://schemas.microsoft.com/office/drawing/2014/main" id="{CD17A599-00F8-709E-BCA5-D74AC2DAED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5425" y="6350"/>
            <a:ext cx="5616575" cy="6851650"/>
          </a:xfr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749308-5EDF-CF87-5122-EBEE32A8C87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Here a </a:t>
            </a:r>
            <a:r>
              <a:rPr lang="en-GB" dirty="0">
                <a:solidFill>
                  <a:schemeClr val="accent2"/>
                </a:solidFill>
              </a:rPr>
              <a:t>strong text </a:t>
            </a:r>
            <a:r>
              <a:rPr lang="en-GB" dirty="0"/>
              <a:t>can</a:t>
            </a:r>
          </a:p>
          <a:p>
            <a:r>
              <a:rPr lang="en-GB" dirty="0"/>
              <a:t>accompany the image </a:t>
            </a:r>
          </a:p>
        </p:txBody>
      </p:sp>
    </p:spTree>
    <p:extLst>
      <p:ext uri="{BB962C8B-B14F-4D97-AF65-F5344CB8AC3E}">
        <p14:creationId xmlns:p14="http://schemas.microsoft.com/office/powerpoint/2010/main" val="887026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2741-444D-4F8C-A0BE-CC8E93B5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statement</a:t>
            </a:r>
          </a:p>
        </p:txBody>
      </p:sp>
    </p:spTree>
    <p:extLst>
      <p:ext uri="{BB962C8B-B14F-4D97-AF65-F5344CB8AC3E}">
        <p14:creationId xmlns:p14="http://schemas.microsoft.com/office/powerpoint/2010/main" val="793963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8084-0AA8-318F-A2C6-08C99FE6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28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Advance nutrition outcomes by improving the consumption of nutritious safe food for all people, </a:t>
            </a:r>
            <a:br>
              <a:rPr kumimoji="0" lang="en-GB" sz="28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en-GB" sz="28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especially the most vulnerable to malnutrition, </a:t>
            </a:r>
            <a:br>
              <a:rPr kumimoji="0" lang="en-GB" sz="28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en-GB" sz="28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 a sustainable way.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684F7-E884-4B8B-5611-744ACE1D9B1C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rPr lang="en-US" dirty="0"/>
              <a:t>This slide can be used for longer statements</a:t>
            </a:r>
          </a:p>
        </p:txBody>
      </p:sp>
    </p:spTree>
    <p:extLst>
      <p:ext uri="{BB962C8B-B14F-4D97-AF65-F5344CB8AC3E}">
        <p14:creationId xmlns:p14="http://schemas.microsoft.com/office/powerpoint/2010/main" val="2530300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holding a child&#10;&#10;Description automatically generated">
            <a:extLst>
              <a:ext uri="{FF2B5EF4-FFF2-40B4-BE49-F238E27FC236}">
                <a16:creationId xmlns:a16="http://schemas.microsoft.com/office/drawing/2014/main" id="{C81F0AB0-CD75-6B74-6C10-5E9CA6D141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848826"/>
            <a:ext cx="12192000" cy="300917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62752-A9AC-2950-9A55-6B8B7399666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This slide can be used for </a:t>
            </a:r>
            <a:r>
              <a:rPr lang="en-US" b="1" dirty="0">
                <a:solidFill>
                  <a:schemeClr val="accent2"/>
                </a:solidFill>
              </a:rPr>
              <a:t>quotes</a:t>
            </a:r>
            <a:r>
              <a:rPr lang="en-US" dirty="0"/>
              <a:t>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FFDC6-FE60-265F-A68E-68E8BC160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AUTHOR’S NAME</a:t>
            </a:r>
          </a:p>
        </p:txBody>
      </p:sp>
    </p:spTree>
    <p:extLst>
      <p:ext uri="{BB962C8B-B14F-4D97-AF65-F5344CB8AC3E}">
        <p14:creationId xmlns:p14="http://schemas.microsoft.com/office/powerpoint/2010/main" val="3380653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C5C48E-F635-5A49-EBDF-C7C8291371F3}"/>
              </a:ext>
            </a:extLst>
          </p:cNvPr>
          <p:cNvSpPr txBox="1">
            <a:spLocks/>
          </p:cNvSpPr>
          <p:nvPr/>
        </p:nvSpPr>
        <p:spPr>
          <a:xfrm>
            <a:off x="477660" y="542178"/>
            <a:ext cx="9949040" cy="45725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This is a blank template. You can use this when </a:t>
            </a:r>
            <a:br>
              <a:rPr lang="en-GB" dirty="0"/>
            </a:br>
            <a:r>
              <a:rPr lang="en-GB" dirty="0"/>
              <a:t>you wish to build something from scratch, i.e. </a:t>
            </a:r>
            <a:br>
              <a:rPr lang="en-GB" dirty="0"/>
            </a:br>
            <a:r>
              <a:rPr lang="en-GB" dirty="0"/>
              <a:t>where none of the pre-defined structures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28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D9FB-7D54-CAC0-0A90-A5ABEDFD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59057095"/>
      </p:ext>
    </p:extLst>
  </p:cSld>
  <p:clrMapOvr>
    <a:masterClrMapping/>
  </p:clrMapOvr>
</p:sld>
</file>

<file path=ppt/theme/theme1.xml><?xml version="1.0" encoding="utf-8"?>
<a:theme xmlns:a="http://schemas.openxmlformats.org/drawingml/2006/main" name="Freemont Theme">
  <a:themeElements>
    <a:clrScheme name="GAIN colour palette">
      <a:dk1>
        <a:srgbClr val="000000"/>
      </a:dk1>
      <a:lt1>
        <a:srgbClr val="FFFFFF"/>
      </a:lt1>
      <a:dk2>
        <a:srgbClr val="B10A32"/>
      </a:dk2>
      <a:lt2>
        <a:srgbClr val="FCECA5"/>
      </a:lt2>
      <a:accent1>
        <a:srgbClr val="FFD80D"/>
      </a:accent1>
      <a:accent2>
        <a:srgbClr val="FDA509"/>
      </a:accent2>
      <a:accent3>
        <a:srgbClr val="EE823C"/>
      </a:accent3>
      <a:accent4>
        <a:srgbClr val="829D56"/>
      </a:accent4>
      <a:accent5>
        <a:srgbClr val="346D1C"/>
      </a:accent5>
      <a:accent6>
        <a:srgbClr val="C0CEAA"/>
      </a:accent6>
      <a:hlink>
        <a:srgbClr val="B10A32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IN Powerpoint template guide 3.pptx" id="{8B7E60E8-D340-4EB8-B51D-ADBDAC873175}" vid="{F2610757-0341-4163-A5D8-1F1BD7D4D18F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AIN colour palette">
    <a:dk1>
      <a:srgbClr val="000000"/>
    </a:dk1>
    <a:lt1>
      <a:srgbClr val="FFFFFF"/>
    </a:lt1>
    <a:dk2>
      <a:srgbClr val="B10A32"/>
    </a:dk2>
    <a:lt2>
      <a:srgbClr val="FCECA5"/>
    </a:lt2>
    <a:accent1>
      <a:srgbClr val="FFD80D"/>
    </a:accent1>
    <a:accent2>
      <a:srgbClr val="FDA509"/>
    </a:accent2>
    <a:accent3>
      <a:srgbClr val="EE823C"/>
    </a:accent3>
    <a:accent4>
      <a:srgbClr val="829D56"/>
    </a:accent4>
    <a:accent5>
      <a:srgbClr val="346D1C"/>
    </a:accent5>
    <a:accent6>
      <a:srgbClr val="C0CEAA"/>
    </a:accent6>
    <a:hlink>
      <a:srgbClr val="B10A32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GAIN colour palette">
    <a:dk1>
      <a:srgbClr val="000000"/>
    </a:dk1>
    <a:lt1>
      <a:srgbClr val="FFFFFF"/>
    </a:lt1>
    <a:dk2>
      <a:srgbClr val="B10A32"/>
    </a:dk2>
    <a:lt2>
      <a:srgbClr val="FCECA5"/>
    </a:lt2>
    <a:accent1>
      <a:srgbClr val="FFD80D"/>
    </a:accent1>
    <a:accent2>
      <a:srgbClr val="FDA509"/>
    </a:accent2>
    <a:accent3>
      <a:srgbClr val="EE823C"/>
    </a:accent3>
    <a:accent4>
      <a:srgbClr val="829D56"/>
    </a:accent4>
    <a:accent5>
      <a:srgbClr val="346D1C"/>
    </a:accent5>
    <a:accent6>
      <a:srgbClr val="C0CEAA"/>
    </a:accent6>
    <a:hlink>
      <a:srgbClr val="B10A32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FD26EACC2174D9EB52429A641B2C7" ma:contentTypeVersion="0" ma:contentTypeDescription="Create a new document." ma:contentTypeScope="" ma:versionID="a29814045d677ee62d51efd8b7a4acd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3f9ca9ed2b1b526ffdf70859b84e62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81409B-E284-491E-8929-01F3908AC22A}">
  <ds:schemaRefs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E740EFD-963A-4860-898C-971ED96675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ED2A91-E78F-4667-801E-1E0BAD0EA9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Freemont Theme</Template>
  <TotalTime>0</TotalTime>
  <Words>624</Words>
  <Application>Microsoft Macintosh PowerPoint</Application>
  <PresentationFormat>Widescreen</PresentationFormat>
  <Paragraphs>80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Helvetica</vt:lpstr>
      <vt:lpstr>Montserrat</vt:lpstr>
      <vt:lpstr>Montserrat Medium</vt:lpstr>
      <vt:lpstr>Montserrat SemiBold</vt:lpstr>
      <vt:lpstr>Times New Roman</vt:lpstr>
      <vt:lpstr>Freemont Theme</vt:lpstr>
      <vt:lpstr> Guide on how to use this template</vt:lpstr>
      <vt:lpstr>THIS IS YOUR PREFERRED FRONT PAGE</vt:lpstr>
      <vt:lpstr>Welcome to your PowerPoint template</vt:lpstr>
      <vt:lpstr>This is your intro slide </vt:lpstr>
      <vt:lpstr>THIS IS THE TEMPLATE you probably will use the most </vt:lpstr>
      <vt:lpstr>This template works with two columns of text…  </vt:lpstr>
      <vt:lpstr>Here you can have three columns with text and visuals </vt:lpstr>
      <vt:lpstr>Here is another option for four elements, visuals and text </vt:lpstr>
      <vt:lpstr>Use this if you desire contrast or have sub-headlines </vt:lpstr>
      <vt:lpstr>This template works for many pictures or graphs </vt:lpstr>
      <vt:lpstr>Here YOU CAN HAVE STRONG text and key data </vt:lpstr>
      <vt:lpstr>This template is a combination of GRAPHICS and text</vt:lpstr>
      <vt:lpstr>HERE IS ANOTHER VARIANT</vt:lpstr>
      <vt:lpstr>HERE IS ANOTHER VARIANT WITH IMAGE</vt:lpstr>
      <vt:lpstr>PowerPoint Presentation</vt:lpstr>
      <vt:lpstr>PowerPoint Presentation</vt:lpstr>
      <vt:lpstr>PowerPoint Presentation</vt:lpstr>
      <vt:lpstr>PowerPoint Presentation</vt:lpstr>
      <vt:lpstr>Short statement</vt:lpstr>
      <vt:lpstr>Advance nutrition outcomes by improving the consumption of nutritious safe food for all people,  especially the most vulnerable to malnutrition,  in a sustainable way.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Peddy Oniango</dc:creator>
  <cp:lastModifiedBy>Peddy Oniango</cp:lastModifiedBy>
  <cp:revision>1</cp:revision>
  <cp:lastPrinted>2020-11-23T09:07:30Z</cp:lastPrinted>
  <dcterms:created xsi:type="dcterms:W3CDTF">2026-07-14T13:22:45Z</dcterms:created>
  <dcterms:modified xsi:type="dcterms:W3CDTF">2026-07-14T13:23:39Z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0x0101009D5FD26EACC2174D9EB52429A641B2C7</vt:lpwstr>
  </property>
</Properties>
</file>